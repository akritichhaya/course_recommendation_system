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Urbanist Medium"/>
      <p:regular r:id="rId24"/>
      <p:bold r:id="rId25"/>
      <p:italic r:id="rId26"/>
      <p:boldItalic r:id="rId27"/>
    </p:embeddedFont>
    <p:embeddedFont>
      <p:font typeface="Urbanist SemiBold"/>
      <p:regular r:id="rId28"/>
      <p:bold r:id="rId29"/>
      <p:italic r:id="rId30"/>
      <p:boldItalic r:id="rId31"/>
    </p:embeddedFont>
    <p:embeddedFont>
      <p:font typeface="Urbanist"/>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E42D834-5D49-44A8-B4AC-25845448C103}">
  <a:tblStyle styleId="{9E42D834-5D49-44A8-B4AC-25845448C10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UrbanistMedium-regular.fntdata"/><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UrbanistMedium-italic.fntdata"/><Relationship Id="rId25" Type="http://schemas.openxmlformats.org/officeDocument/2006/relationships/font" Target="fonts/UrbanistMedium-bold.fntdata"/><Relationship Id="rId28" Type="http://schemas.openxmlformats.org/officeDocument/2006/relationships/font" Target="fonts/UrbanistSemiBold-regular.fntdata"/><Relationship Id="rId27" Type="http://schemas.openxmlformats.org/officeDocument/2006/relationships/font" Target="fonts/UrbanistMedium-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UrbanistSemiBold-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UrbanistSemiBold-boldItalic.fntdata"/><Relationship Id="rId30" Type="http://schemas.openxmlformats.org/officeDocument/2006/relationships/font" Target="fonts/UrbanistSemiBold-italic.fntdata"/><Relationship Id="rId11" Type="http://schemas.openxmlformats.org/officeDocument/2006/relationships/slide" Target="slides/slide5.xml"/><Relationship Id="rId33" Type="http://schemas.openxmlformats.org/officeDocument/2006/relationships/font" Target="fonts/Urbanist-bold.fntdata"/><Relationship Id="rId10" Type="http://schemas.openxmlformats.org/officeDocument/2006/relationships/slide" Target="slides/slide4.xml"/><Relationship Id="rId32" Type="http://schemas.openxmlformats.org/officeDocument/2006/relationships/font" Target="fonts/Urbanist-regular.fntdata"/><Relationship Id="rId13" Type="http://schemas.openxmlformats.org/officeDocument/2006/relationships/slide" Target="slides/slide7.xml"/><Relationship Id="rId35" Type="http://schemas.openxmlformats.org/officeDocument/2006/relationships/font" Target="fonts/Urbanist-boldItalic.fntdata"/><Relationship Id="rId12" Type="http://schemas.openxmlformats.org/officeDocument/2006/relationships/slide" Target="slides/slide6.xml"/><Relationship Id="rId34" Type="http://schemas.openxmlformats.org/officeDocument/2006/relationships/font" Target="fonts/Urbanist-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af30aa0034_0_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af30aa0034_0_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af30aa0034_3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af30aa0034_3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af30aa0034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af30aa0034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b15d1faacf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b15d1faacf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b15d1faacf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b15d1faacf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b15d1faacf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b15d1faacf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b15d1faacf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b15d1faacf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b15d1faacf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b15d1faacf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b15d1faacf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b15d1faacf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af30aa0034_3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af30aa0034_3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b15d1faac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b15d1faac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af30aa0034_3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af30aa0034_3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af5eac889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af5eac889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af5eac8897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af5eac8897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af30aa0034_3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af30aa0034_3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af30aa0034_3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af30aa0034_3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af30aa0034_3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af30aa0034_3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mt="50000"/>
          </a:blip>
          <a:srcRect b="8145" l="3133" r="7834" t="16785"/>
          <a:stretch/>
        </p:blipFill>
        <p:spPr>
          <a:xfrm flipH="1" rot="10800000">
            <a:off x="0" y="-3474"/>
            <a:ext cx="9161550" cy="5154499"/>
          </a:xfrm>
          <a:prstGeom prst="rect">
            <a:avLst/>
          </a:prstGeom>
          <a:noFill/>
          <a:ln>
            <a:noFill/>
          </a:ln>
        </p:spPr>
      </p:pic>
      <p:sp>
        <p:nvSpPr>
          <p:cNvPr id="11" name="Google Shape;11;p2"/>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 name="Google Shape;12;p2"/>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13" name="Google Shape;13;p2"/>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 name="Google Shape;14;p2"/>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5" name="Google Shape;15;p2"/>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 name="Google Shape;16;p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 name="Google Shape;17;p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 name="Google Shape;18;p2"/>
          <p:cNvSpPr txBox="1"/>
          <p:nvPr>
            <p:ph type="title"/>
          </p:nvPr>
        </p:nvSpPr>
        <p:spPr>
          <a:xfrm>
            <a:off x="228600" y="228600"/>
            <a:ext cx="6658800" cy="1419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19" name="Google Shape;19;p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 name="Google Shape;20;p2"/>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1" name="Google Shape;21;p2"/>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2" name="Google Shape;22;p2"/>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23" name="Google Shape;23;p2"/>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24" name="Shape 24"/>
        <p:cNvGrpSpPr/>
        <p:nvPr/>
      </p:nvGrpSpPr>
      <p:grpSpPr>
        <a:xfrm>
          <a:off x="0" y="0"/>
          <a:ext cx="0" cy="0"/>
          <a:chOff x="0" y="0"/>
          <a:chExt cx="0" cy="0"/>
        </a:xfrm>
      </p:grpSpPr>
      <p:sp>
        <p:nvSpPr>
          <p:cNvPr id="25" name="Google Shape;25;p3"/>
          <p:cNvSpPr txBox="1"/>
          <p:nvPr>
            <p:ph type="title"/>
          </p:nvPr>
        </p:nvSpPr>
        <p:spPr>
          <a:xfrm>
            <a:off x="228600" y="395043"/>
            <a:ext cx="6480300" cy="587700"/>
          </a:xfrm>
          <a:prstGeom prst="rect">
            <a:avLst/>
          </a:prstGeom>
        </p:spPr>
        <p:txBody>
          <a:bodyPr anchorCtr="0" anchor="t" bIns="91425" lIns="0" spcFirstLastPara="1" rIns="91425" wrap="square" tIns="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6" name="Google Shape;26;p3"/>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27" name="Google Shape;27;p3"/>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8" name="Google Shape;28;p3"/>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 name="Google Shape;29;p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 name="Google Shape;30;p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31" name="Google Shape;31;p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cxnSp>
        <p:nvCxnSpPr>
          <p:cNvPr id="32" name="Google Shape;32;p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33" name="Shape 33"/>
        <p:cNvGrpSpPr/>
        <p:nvPr/>
      </p:nvGrpSpPr>
      <p:grpSpPr>
        <a:xfrm>
          <a:off x="0" y="0"/>
          <a:ext cx="0" cy="0"/>
          <a:chOff x="0" y="0"/>
          <a:chExt cx="0" cy="0"/>
        </a:xfrm>
      </p:grpSpPr>
      <p:sp>
        <p:nvSpPr>
          <p:cNvPr id="34" name="Google Shape;34;p4"/>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35" name="Google Shape;35;p4"/>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36" name="Google Shape;36;p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7" name="Google Shape;37;p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8" name="Google Shape;38;p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9" name="Google Shape;39;p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0" name="Google Shape;40;p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41" name="Google Shape;41;p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42" name="Google Shape;42;p4"/>
          <p:cNvSpPr txBox="1"/>
          <p:nvPr>
            <p:ph idx="5" type="subTitle"/>
          </p:nvPr>
        </p:nvSpPr>
        <p:spPr>
          <a:xfrm>
            <a:off x="254625"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3" name="Google Shape;43;p4"/>
          <p:cNvSpPr txBox="1"/>
          <p:nvPr>
            <p:ph idx="6" type="subTitle"/>
          </p:nvPr>
        </p:nvSpPr>
        <p:spPr>
          <a:xfrm>
            <a:off x="3275850"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4" name="Google Shape;44;p4"/>
          <p:cNvSpPr txBox="1"/>
          <p:nvPr>
            <p:ph idx="7" type="subTitle"/>
          </p:nvPr>
        </p:nvSpPr>
        <p:spPr>
          <a:xfrm>
            <a:off x="6215463"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5" name="Google Shape;45;p4"/>
          <p:cNvSpPr txBox="1"/>
          <p:nvPr>
            <p:ph idx="8" type="body"/>
          </p:nvPr>
        </p:nvSpPr>
        <p:spPr>
          <a:xfrm>
            <a:off x="288575"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6" name="Google Shape;46;p4"/>
          <p:cNvSpPr txBox="1"/>
          <p:nvPr>
            <p:ph idx="9" type="body"/>
          </p:nvPr>
        </p:nvSpPr>
        <p:spPr>
          <a:xfrm>
            <a:off x="6121413"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7" name="Google Shape;47;p4"/>
          <p:cNvSpPr txBox="1"/>
          <p:nvPr>
            <p:ph idx="13" type="body"/>
          </p:nvPr>
        </p:nvSpPr>
        <p:spPr>
          <a:xfrm>
            <a:off x="3192450"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48" name="Shape 48"/>
        <p:cNvGrpSpPr/>
        <p:nvPr/>
      </p:nvGrpSpPr>
      <p:grpSpPr>
        <a:xfrm>
          <a:off x="0" y="0"/>
          <a:ext cx="0" cy="0"/>
          <a:chOff x="0" y="0"/>
          <a:chExt cx="0" cy="0"/>
        </a:xfrm>
      </p:grpSpPr>
      <p:sp>
        <p:nvSpPr>
          <p:cNvPr id="49" name="Google Shape;49;p5"/>
          <p:cNvSpPr/>
          <p:nvPr>
            <p:ph idx="2" type="pic"/>
          </p:nvPr>
        </p:nvSpPr>
        <p:spPr>
          <a:xfrm>
            <a:off x="246150" y="237650"/>
            <a:ext cx="4196400" cy="4438200"/>
          </a:xfrm>
          <a:prstGeom prst="rect">
            <a:avLst/>
          </a:prstGeom>
          <a:noFill/>
          <a:ln>
            <a:noFill/>
          </a:ln>
        </p:spPr>
      </p:sp>
      <p:sp>
        <p:nvSpPr>
          <p:cNvPr id="50" name="Google Shape;50;p5"/>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1" name="Google Shape;51;p5"/>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2" name="Google Shape;52;p5"/>
          <p:cNvSpPr txBox="1"/>
          <p:nvPr>
            <p:ph idx="1" type="body"/>
          </p:nvPr>
        </p:nvSpPr>
        <p:spPr>
          <a:xfrm>
            <a:off x="4618950" y="2205375"/>
            <a:ext cx="4290000" cy="16296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53" name="Google Shape;53;p5"/>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4" name="Google Shape;54;p5"/>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5" name="Google Shape;55;p5"/>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6" name="Google Shape;56;p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 name="Google Shape;57;p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58" name="Google Shape;58;p5"/>
          <p:cNvCxnSpPr/>
          <p:nvPr/>
        </p:nvCxnSpPr>
        <p:spPr>
          <a:xfrm>
            <a:off x="228600" y="226100"/>
            <a:ext cx="8687100" cy="0"/>
          </a:xfrm>
          <a:prstGeom prst="straightConnector1">
            <a:avLst/>
          </a:prstGeom>
          <a:noFill/>
          <a:ln cap="flat" cmpd="sng" w="9525">
            <a:solidFill>
              <a:schemeClr val="lt2"/>
            </a:solidFill>
            <a:prstDash val="solid"/>
            <a:round/>
            <a:headEnd len="med" w="med" type="none"/>
            <a:tailEnd len="med" w="med" type="none"/>
          </a:ln>
        </p:spPr>
      </p:cxnSp>
      <p:cxnSp>
        <p:nvCxnSpPr>
          <p:cNvPr id="59" name="Google Shape;59;p5"/>
          <p:cNvCxnSpPr/>
          <p:nvPr/>
        </p:nvCxnSpPr>
        <p:spPr>
          <a:xfrm>
            <a:off x="4444600" y="570000"/>
            <a:ext cx="4470900" cy="0"/>
          </a:xfrm>
          <a:prstGeom prst="straightConnector1">
            <a:avLst/>
          </a:prstGeom>
          <a:noFill/>
          <a:ln cap="flat" cmpd="sng" w="9525">
            <a:solidFill>
              <a:schemeClr val="lt2"/>
            </a:solidFill>
            <a:prstDash val="solid"/>
            <a:round/>
            <a:headEnd len="med" w="med" type="none"/>
            <a:tailEnd len="med" w="med" type="none"/>
          </a:ln>
        </p:spPr>
      </p:cxnSp>
      <p:cxnSp>
        <p:nvCxnSpPr>
          <p:cNvPr id="60" name="Google Shape;60;p5"/>
          <p:cNvCxnSpPr/>
          <p:nvPr/>
        </p:nvCxnSpPr>
        <p:spPr>
          <a:xfrm>
            <a:off x="4442500" y="226100"/>
            <a:ext cx="0" cy="4457700"/>
          </a:xfrm>
          <a:prstGeom prst="straightConnector1">
            <a:avLst/>
          </a:prstGeom>
          <a:noFill/>
          <a:ln cap="flat" cmpd="sng" w="9525">
            <a:solidFill>
              <a:schemeClr val="lt2"/>
            </a:solidFill>
            <a:prstDash val="solid"/>
            <a:round/>
            <a:headEnd len="med" w="med" type="none"/>
            <a:tailEnd len="med" w="med" type="none"/>
          </a:ln>
        </p:spPr>
      </p:cxnSp>
      <p:cxnSp>
        <p:nvCxnSpPr>
          <p:cNvPr id="61" name="Google Shape;61;p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62" name="Shape 62"/>
        <p:cNvGrpSpPr/>
        <p:nvPr/>
      </p:nvGrpSpPr>
      <p:grpSpPr>
        <a:xfrm>
          <a:off x="0" y="0"/>
          <a:ext cx="0" cy="0"/>
          <a:chOff x="0" y="0"/>
          <a:chExt cx="0" cy="0"/>
        </a:xfrm>
      </p:grpSpPr>
      <p:sp>
        <p:nvSpPr>
          <p:cNvPr id="63" name="Google Shape;63;p6"/>
          <p:cNvSpPr txBox="1"/>
          <p:nvPr>
            <p:ph type="title"/>
          </p:nvPr>
        </p:nvSpPr>
        <p:spPr>
          <a:xfrm>
            <a:off x="228600" y="613525"/>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64" name="Google Shape;64;p6"/>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65" name="Google Shape;65;p6"/>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66" name="Google Shape;66;p6"/>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w="sm" type="none"/>
            <a:tailEnd len="sm" w="sm" type="none"/>
          </a:ln>
        </p:spPr>
      </p:sp>
      <p:sp>
        <p:nvSpPr>
          <p:cNvPr id="67" name="Google Shape;67;p6"/>
          <p:cNvSpPr txBox="1"/>
          <p:nvPr>
            <p:ph idx="1" type="body"/>
          </p:nvPr>
        </p:nvSpPr>
        <p:spPr>
          <a:xfrm>
            <a:off x="233850" y="3127075"/>
            <a:ext cx="2920800" cy="1313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68" name="Google Shape;68;p6"/>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9" name="Google Shape;69;p6"/>
          <p:cNvSpPr txBox="1"/>
          <p:nvPr>
            <p:ph idx="6"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0" name="Google Shape;70;p6"/>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1" name="Google Shape;71;p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2" name="Google Shape;72;p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3" name="Google Shape;73;p6"/>
          <p:cNvSpPr txBox="1"/>
          <p:nvPr>
            <p:ph idx="8"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cxnSp>
        <p:nvCxnSpPr>
          <p:cNvPr id="74" name="Google Shape;74;p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75" name="Shape 75"/>
        <p:cNvGrpSpPr/>
        <p:nvPr/>
      </p:nvGrpSpPr>
      <p:grpSpPr>
        <a:xfrm>
          <a:off x="0" y="0"/>
          <a:ext cx="0" cy="0"/>
          <a:chOff x="0" y="0"/>
          <a:chExt cx="0" cy="0"/>
        </a:xfrm>
      </p:grpSpPr>
      <p:pic>
        <p:nvPicPr>
          <p:cNvPr id="76" name="Google Shape;76;p7"/>
          <p:cNvPicPr preferRelativeResize="0"/>
          <p:nvPr/>
        </p:nvPicPr>
        <p:blipFill rotWithShape="1">
          <a:blip r:embed="rId2">
            <a:alphaModFix amt="60000"/>
          </a:blip>
          <a:srcRect b="14588" l="0" r="15469" t="0"/>
          <a:stretch/>
        </p:blipFill>
        <p:spPr>
          <a:xfrm>
            <a:off x="25" y="1172500"/>
            <a:ext cx="5181349" cy="3493250"/>
          </a:xfrm>
          <a:prstGeom prst="rect">
            <a:avLst/>
          </a:prstGeom>
          <a:noFill/>
          <a:ln>
            <a:noFill/>
          </a:ln>
        </p:spPr>
      </p:pic>
      <p:sp>
        <p:nvSpPr>
          <p:cNvPr id="77" name="Google Shape;77;p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8" name="Google Shape;78;p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9" name="Google Shape;79;p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0" name="Google Shape;80;p7"/>
          <p:cNvSpPr txBox="1"/>
          <p:nvPr>
            <p:ph type="title"/>
          </p:nvPr>
        </p:nvSpPr>
        <p:spPr>
          <a:xfrm>
            <a:off x="277500" y="22860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cxnSp>
        <p:nvCxnSpPr>
          <p:cNvPr id="81" name="Google Shape;81;p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82" name="Google Shape;82;p7"/>
          <p:cNvSpPr txBox="1"/>
          <p:nvPr>
            <p:ph idx="4" type="subTitle"/>
          </p:nvPr>
        </p:nvSpPr>
        <p:spPr>
          <a:xfrm>
            <a:off x="4744575" y="38715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3" name="Google Shape;83;p7"/>
          <p:cNvSpPr txBox="1"/>
          <p:nvPr>
            <p:ph idx="5" type="subTitle"/>
          </p:nvPr>
        </p:nvSpPr>
        <p:spPr>
          <a:xfrm>
            <a:off x="4744575" y="1066588"/>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4" name="Google Shape;84;p7"/>
          <p:cNvSpPr txBox="1"/>
          <p:nvPr>
            <p:ph idx="6" type="subTitle"/>
          </p:nvPr>
        </p:nvSpPr>
        <p:spPr>
          <a:xfrm>
            <a:off x="4744575" y="174270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5" name="Google Shape;85;p7"/>
          <p:cNvSpPr txBox="1"/>
          <p:nvPr>
            <p:ph idx="7" type="subTitle"/>
          </p:nvPr>
        </p:nvSpPr>
        <p:spPr>
          <a:xfrm>
            <a:off x="4744575" y="2420513"/>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6" name="Google Shape;86;p7"/>
          <p:cNvSpPr txBox="1"/>
          <p:nvPr>
            <p:ph idx="8" type="subTitle"/>
          </p:nvPr>
        </p:nvSpPr>
        <p:spPr>
          <a:xfrm>
            <a:off x="4744575" y="30982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7" name="Google Shape;87;p7"/>
          <p:cNvSpPr txBox="1"/>
          <p:nvPr>
            <p:ph idx="9" type="subTitle"/>
          </p:nvPr>
        </p:nvSpPr>
        <p:spPr>
          <a:xfrm>
            <a:off x="4744575" y="37760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8" name="Google Shape;88;p7"/>
          <p:cNvSpPr txBox="1"/>
          <p:nvPr>
            <p:ph idx="13" type="subTitle"/>
          </p:nvPr>
        </p:nvSpPr>
        <p:spPr>
          <a:xfrm>
            <a:off x="5067075" y="3871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89" name="Google Shape;89;p7"/>
          <p:cNvSpPr txBox="1"/>
          <p:nvPr>
            <p:ph idx="14" type="subTitle"/>
          </p:nvPr>
        </p:nvSpPr>
        <p:spPr>
          <a:xfrm>
            <a:off x="5067075" y="10615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0" name="Google Shape;90;p7"/>
          <p:cNvSpPr txBox="1"/>
          <p:nvPr>
            <p:ph idx="15" type="subTitle"/>
          </p:nvPr>
        </p:nvSpPr>
        <p:spPr>
          <a:xfrm>
            <a:off x="5067075" y="17393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1" name="Google Shape;91;p7"/>
          <p:cNvSpPr txBox="1"/>
          <p:nvPr>
            <p:ph idx="16" type="subTitle"/>
          </p:nvPr>
        </p:nvSpPr>
        <p:spPr>
          <a:xfrm>
            <a:off x="5067075" y="242410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2" name="Google Shape;92;p7"/>
          <p:cNvSpPr txBox="1"/>
          <p:nvPr>
            <p:ph idx="17" type="subTitle"/>
          </p:nvPr>
        </p:nvSpPr>
        <p:spPr>
          <a:xfrm>
            <a:off x="5067075" y="309493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3" name="Google Shape;93;p7"/>
          <p:cNvSpPr txBox="1"/>
          <p:nvPr>
            <p:ph idx="18" type="subTitle"/>
          </p:nvPr>
        </p:nvSpPr>
        <p:spPr>
          <a:xfrm>
            <a:off x="5067075" y="37657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4" name="Google Shape;94;p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5" name="Google Shape;95;p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96" name="Shape 96"/>
        <p:cNvGrpSpPr/>
        <p:nvPr/>
      </p:nvGrpSpPr>
      <p:grpSpPr>
        <a:xfrm>
          <a:off x="0" y="0"/>
          <a:ext cx="0" cy="0"/>
          <a:chOff x="0" y="0"/>
          <a:chExt cx="0" cy="0"/>
        </a:xfrm>
      </p:grpSpPr>
      <p:sp>
        <p:nvSpPr>
          <p:cNvPr id="97" name="Google Shape;97;p8"/>
          <p:cNvSpPr/>
          <p:nvPr>
            <p:ph idx="2" type="pic"/>
          </p:nvPr>
        </p:nvSpPr>
        <p:spPr>
          <a:xfrm>
            <a:off x="4618950" y="228600"/>
            <a:ext cx="1370400" cy="1357500"/>
          </a:xfrm>
          <a:prstGeom prst="roundRect">
            <a:avLst>
              <a:gd fmla="val 16935" name="adj"/>
            </a:avLst>
          </a:prstGeom>
          <a:noFill/>
          <a:ln>
            <a:noFill/>
          </a:ln>
        </p:spPr>
      </p:sp>
      <p:sp>
        <p:nvSpPr>
          <p:cNvPr id="98" name="Google Shape;98;p8"/>
          <p:cNvSpPr txBox="1"/>
          <p:nvPr>
            <p:ph idx="1" type="subTitle"/>
          </p:nvPr>
        </p:nvSpPr>
        <p:spPr>
          <a:xfrm>
            <a:off x="4619000" y="1702322"/>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99" name="Google Shape;99;p8"/>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0" name="Google Shape;100;p8"/>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1" name="Google Shape;101;p8"/>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2" name="Google Shape;102;p8"/>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03" name="Google Shape;103;p8"/>
          <p:cNvSpPr txBox="1"/>
          <p:nvPr>
            <p:ph idx="6" type="subTitle"/>
          </p:nvPr>
        </p:nvSpPr>
        <p:spPr>
          <a:xfrm>
            <a:off x="46190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4" name="Google Shape;104;p8"/>
          <p:cNvSpPr/>
          <p:nvPr>
            <p:ph idx="7" type="pic"/>
          </p:nvPr>
        </p:nvSpPr>
        <p:spPr>
          <a:xfrm>
            <a:off x="6080700" y="228600"/>
            <a:ext cx="1370400" cy="1357500"/>
          </a:xfrm>
          <a:prstGeom prst="roundRect">
            <a:avLst>
              <a:gd fmla="val 16935" name="adj"/>
            </a:avLst>
          </a:prstGeom>
          <a:noFill/>
          <a:ln>
            <a:noFill/>
          </a:ln>
        </p:spPr>
      </p:sp>
      <p:sp>
        <p:nvSpPr>
          <p:cNvPr id="105" name="Google Shape;105;p8"/>
          <p:cNvSpPr txBox="1"/>
          <p:nvPr>
            <p:ph idx="8" type="subTitle"/>
          </p:nvPr>
        </p:nvSpPr>
        <p:spPr>
          <a:xfrm>
            <a:off x="608075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6" name="Google Shape;106;p8"/>
          <p:cNvSpPr txBox="1"/>
          <p:nvPr>
            <p:ph idx="9" type="subTitle"/>
          </p:nvPr>
        </p:nvSpPr>
        <p:spPr>
          <a:xfrm>
            <a:off x="608075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7" name="Google Shape;107;p8"/>
          <p:cNvSpPr/>
          <p:nvPr>
            <p:ph idx="13" type="pic"/>
          </p:nvPr>
        </p:nvSpPr>
        <p:spPr>
          <a:xfrm>
            <a:off x="7542450" y="228600"/>
            <a:ext cx="1370400" cy="1357500"/>
          </a:xfrm>
          <a:prstGeom prst="roundRect">
            <a:avLst>
              <a:gd fmla="val 16935" name="adj"/>
            </a:avLst>
          </a:prstGeom>
          <a:noFill/>
          <a:ln>
            <a:noFill/>
          </a:ln>
        </p:spPr>
      </p:sp>
      <p:sp>
        <p:nvSpPr>
          <p:cNvPr id="108" name="Google Shape;108;p8"/>
          <p:cNvSpPr txBox="1"/>
          <p:nvPr>
            <p:ph idx="14" type="subTitle"/>
          </p:nvPr>
        </p:nvSpPr>
        <p:spPr>
          <a:xfrm>
            <a:off x="754250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9" name="Google Shape;109;p8"/>
          <p:cNvSpPr txBox="1"/>
          <p:nvPr>
            <p:ph idx="15" type="subTitle"/>
          </p:nvPr>
        </p:nvSpPr>
        <p:spPr>
          <a:xfrm>
            <a:off x="75425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0" name="Google Shape;110;p8"/>
          <p:cNvSpPr/>
          <p:nvPr>
            <p:ph idx="16" type="pic"/>
          </p:nvPr>
        </p:nvSpPr>
        <p:spPr>
          <a:xfrm>
            <a:off x="4618950" y="2295725"/>
            <a:ext cx="1370400" cy="1357500"/>
          </a:xfrm>
          <a:prstGeom prst="roundRect">
            <a:avLst>
              <a:gd fmla="val 16935" name="adj"/>
            </a:avLst>
          </a:prstGeom>
          <a:noFill/>
          <a:ln>
            <a:noFill/>
          </a:ln>
        </p:spPr>
      </p:sp>
      <p:sp>
        <p:nvSpPr>
          <p:cNvPr id="111" name="Google Shape;111;p8"/>
          <p:cNvSpPr txBox="1"/>
          <p:nvPr>
            <p:ph idx="17" type="subTitle"/>
          </p:nvPr>
        </p:nvSpPr>
        <p:spPr>
          <a:xfrm>
            <a:off x="46190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2" name="Google Shape;112;p8"/>
          <p:cNvSpPr txBox="1"/>
          <p:nvPr>
            <p:ph idx="18" type="subTitle"/>
          </p:nvPr>
        </p:nvSpPr>
        <p:spPr>
          <a:xfrm>
            <a:off x="46190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3" name="Google Shape;113;p8"/>
          <p:cNvSpPr/>
          <p:nvPr>
            <p:ph idx="19" type="pic"/>
          </p:nvPr>
        </p:nvSpPr>
        <p:spPr>
          <a:xfrm>
            <a:off x="6080700" y="2295725"/>
            <a:ext cx="1370400" cy="1357500"/>
          </a:xfrm>
          <a:prstGeom prst="roundRect">
            <a:avLst>
              <a:gd fmla="val 16935" name="adj"/>
            </a:avLst>
          </a:prstGeom>
          <a:noFill/>
          <a:ln>
            <a:noFill/>
          </a:ln>
        </p:spPr>
      </p:sp>
      <p:sp>
        <p:nvSpPr>
          <p:cNvPr id="114" name="Google Shape;114;p8"/>
          <p:cNvSpPr txBox="1"/>
          <p:nvPr>
            <p:ph idx="20" type="subTitle"/>
          </p:nvPr>
        </p:nvSpPr>
        <p:spPr>
          <a:xfrm>
            <a:off x="6080750" y="3769447"/>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5" name="Google Shape;115;p8"/>
          <p:cNvSpPr txBox="1"/>
          <p:nvPr>
            <p:ph idx="21" type="subTitle"/>
          </p:nvPr>
        </p:nvSpPr>
        <p:spPr>
          <a:xfrm>
            <a:off x="608075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6" name="Google Shape;116;p8"/>
          <p:cNvSpPr/>
          <p:nvPr>
            <p:ph idx="22" type="pic"/>
          </p:nvPr>
        </p:nvSpPr>
        <p:spPr>
          <a:xfrm>
            <a:off x="7542450" y="2295725"/>
            <a:ext cx="1370400" cy="1357500"/>
          </a:xfrm>
          <a:prstGeom prst="roundRect">
            <a:avLst>
              <a:gd fmla="val 16935" name="adj"/>
            </a:avLst>
          </a:prstGeom>
          <a:noFill/>
          <a:ln>
            <a:noFill/>
          </a:ln>
        </p:spPr>
      </p:sp>
      <p:sp>
        <p:nvSpPr>
          <p:cNvPr id="117" name="Google Shape;117;p8"/>
          <p:cNvSpPr txBox="1"/>
          <p:nvPr>
            <p:ph idx="23" type="subTitle"/>
          </p:nvPr>
        </p:nvSpPr>
        <p:spPr>
          <a:xfrm>
            <a:off x="75425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8" name="Google Shape;118;p8"/>
          <p:cNvSpPr txBox="1"/>
          <p:nvPr>
            <p:ph idx="24" type="subTitle"/>
          </p:nvPr>
        </p:nvSpPr>
        <p:spPr>
          <a:xfrm>
            <a:off x="75425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119" name="Google Shape;119;p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20" name="Google Shape;120;p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1" name="Google Shape;121;p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122" name="Shape 122"/>
        <p:cNvGrpSpPr/>
        <p:nvPr/>
      </p:nvGrpSpPr>
      <p:grpSpPr>
        <a:xfrm>
          <a:off x="0" y="0"/>
          <a:ext cx="0" cy="0"/>
          <a:chOff x="0" y="0"/>
          <a:chExt cx="0" cy="0"/>
        </a:xfrm>
      </p:grpSpPr>
      <p:sp>
        <p:nvSpPr>
          <p:cNvPr id="123" name="Google Shape;123;p9"/>
          <p:cNvSpPr/>
          <p:nvPr>
            <p:ph idx="2" type="pic"/>
          </p:nvPr>
        </p:nvSpPr>
        <p:spPr>
          <a:xfrm>
            <a:off x="9425" y="-3075"/>
            <a:ext cx="9144000" cy="4641000"/>
          </a:xfrm>
          <a:prstGeom prst="rect">
            <a:avLst/>
          </a:prstGeom>
          <a:noFill/>
          <a:ln>
            <a:noFill/>
          </a:ln>
        </p:spPr>
      </p:sp>
      <p:sp>
        <p:nvSpPr>
          <p:cNvPr id="124" name="Google Shape;124;p9"/>
          <p:cNvSpPr txBox="1"/>
          <p:nvPr>
            <p:ph type="title"/>
          </p:nvPr>
        </p:nvSpPr>
        <p:spPr>
          <a:xfrm>
            <a:off x="234125" y="3337800"/>
            <a:ext cx="8574600" cy="1114800"/>
          </a:xfrm>
          <a:prstGeom prst="rect">
            <a:avLst/>
          </a:prstGeom>
        </p:spPr>
        <p:txBody>
          <a:bodyPr anchorCtr="0" anchor="b" bIns="0" lIns="0" spcFirstLastPara="1" rIns="0" wrap="square" tIns="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125" name="Google Shape;125;p9"/>
          <p:cNvSpPr txBox="1"/>
          <p:nvPr>
            <p:ph idx="1" type="subTitle"/>
          </p:nvPr>
        </p:nvSpPr>
        <p:spPr>
          <a:xfrm>
            <a:off x="228600" y="228600"/>
            <a:ext cx="28701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26" name="Google Shape;126;p9"/>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7" name="Google Shape;127;p9"/>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8" name="Google Shape;128;p9"/>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29" name="Google Shape;129;p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30" name="Google Shape;130;p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1" name="Google Shape;131;p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4" name="Google Shape;134;p10"/>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5" name="Google Shape;135;p10"/>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grpSp>
        <p:nvGrpSpPr>
          <p:cNvPr id="136" name="Google Shape;136;p10"/>
          <p:cNvGrpSpPr/>
          <p:nvPr/>
        </p:nvGrpSpPr>
        <p:grpSpPr>
          <a:xfrm rot="5400000">
            <a:off x="8691475" y="228504"/>
            <a:ext cx="228589" cy="228623"/>
            <a:chOff x="1688332" y="4135245"/>
            <a:chExt cx="338700" cy="338700"/>
          </a:xfrm>
        </p:grpSpPr>
        <p:sp>
          <p:nvSpPr>
            <p:cNvPr id="137" name="Google Shape;137;p10"/>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138" name="Google Shape;138;p10"/>
            <p:cNvGrpSpPr/>
            <p:nvPr/>
          </p:nvGrpSpPr>
          <p:grpSpPr>
            <a:xfrm rot="-5400000">
              <a:off x="1787014" y="4262191"/>
              <a:ext cx="169598" cy="84809"/>
              <a:chOff x="498725" y="2069800"/>
              <a:chExt cx="205200" cy="102600"/>
            </a:xfrm>
          </p:grpSpPr>
          <p:cxnSp>
            <p:nvCxnSpPr>
              <p:cNvPr id="139" name="Google Shape;139;p10"/>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140" name="Google Shape;140;p10"/>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141" name="Google Shape;141;p10"/>
          <p:cNvSpPr/>
          <p:nvPr>
            <p:ph idx="4" type="pic"/>
          </p:nvPr>
        </p:nvSpPr>
        <p:spPr>
          <a:xfrm>
            <a:off x="426700" y="1896600"/>
            <a:ext cx="665400" cy="685500"/>
          </a:xfrm>
          <a:prstGeom prst="roundRect">
            <a:avLst>
              <a:gd fmla="val 17601" name="adj"/>
            </a:avLst>
          </a:prstGeom>
          <a:noFill/>
          <a:ln>
            <a:noFill/>
          </a:ln>
        </p:spPr>
      </p:sp>
      <p:sp>
        <p:nvSpPr>
          <p:cNvPr id="142" name="Google Shape;142;p10"/>
          <p:cNvSpPr txBox="1"/>
          <p:nvPr>
            <p:ph idx="5" type="subTitle"/>
          </p:nvPr>
        </p:nvSpPr>
        <p:spPr>
          <a:xfrm>
            <a:off x="426700" y="2708802"/>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3" name="Google Shape;143;p10"/>
          <p:cNvSpPr txBox="1"/>
          <p:nvPr>
            <p:ph idx="6" type="subTitle"/>
          </p:nvPr>
        </p:nvSpPr>
        <p:spPr>
          <a:xfrm>
            <a:off x="4267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44" name="Google Shape;144;p10"/>
          <p:cNvSpPr txBox="1"/>
          <p:nvPr>
            <p:ph idx="7" type="body"/>
          </p:nvPr>
        </p:nvSpPr>
        <p:spPr>
          <a:xfrm>
            <a:off x="4267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45" name="Google Shape;145;p10"/>
          <p:cNvSpPr/>
          <p:nvPr>
            <p:ph idx="8" type="pic"/>
          </p:nvPr>
        </p:nvSpPr>
        <p:spPr>
          <a:xfrm>
            <a:off x="2621800" y="1896600"/>
            <a:ext cx="665400" cy="685500"/>
          </a:xfrm>
          <a:prstGeom prst="roundRect">
            <a:avLst>
              <a:gd fmla="val 17601" name="adj"/>
            </a:avLst>
          </a:prstGeom>
          <a:noFill/>
          <a:ln>
            <a:noFill/>
          </a:ln>
        </p:spPr>
      </p:sp>
      <p:sp>
        <p:nvSpPr>
          <p:cNvPr id="146" name="Google Shape;146;p10"/>
          <p:cNvSpPr txBox="1"/>
          <p:nvPr>
            <p:ph idx="9" type="subTitle"/>
          </p:nvPr>
        </p:nvSpPr>
        <p:spPr>
          <a:xfrm>
            <a:off x="26218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7" name="Google Shape;147;p10"/>
          <p:cNvSpPr txBox="1"/>
          <p:nvPr>
            <p:ph idx="13" type="subTitle"/>
          </p:nvPr>
        </p:nvSpPr>
        <p:spPr>
          <a:xfrm>
            <a:off x="2621800" y="2936075"/>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48" name="Google Shape;148;p10"/>
          <p:cNvSpPr txBox="1"/>
          <p:nvPr>
            <p:ph idx="14" type="body"/>
          </p:nvPr>
        </p:nvSpPr>
        <p:spPr>
          <a:xfrm>
            <a:off x="2621800" y="3251425"/>
            <a:ext cx="17058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49" name="Google Shape;149;p10"/>
          <p:cNvSpPr/>
          <p:nvPr>
            <p:ph idx="15" type="pic"/>
          </p:nvPr>
        </p:nvSpPr>
        <p:spPr>
          <a:xfrm>
            <a:off x="4816900" y="1896600"/>
            <a:ext cx="665400" cy="685500"/>
          </a:xfrm>
          <a:prstGeom prst="roundRect">
            <a:avLst>
              <a:gd fmla="val 17601" name="adj"/>
            </a:avLst>
          </a:prstGeom>
          <a:noFill/>
          <a:ln>
            <a:noFill/>
          </a:ln>
        </p:spPr>
      </p:sp>
      <p:sp>
        <p:nvSpPr>
          <p:cNvPr id="150" name="Google Shape;150;p10"/>
          <p:cNvSpPr txBox="1"/>
          <p:nvPr>
            <p:ph idx="16" type="subTitle"/>
          </p:nvPr>
        </p:nvSpPr>
        <p:spPr>
          <a:xfrm>
            <a:off x="4816900" y="2708808"/>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1" name="Google Shape;151;p10"/>
          <p:cNvSpPr txBox="1"/>
          <p:nvPr>
            <p:ph idx="17" type="subTitle"/>
          </p:nvPr>
        </p:nvSpPr>
        <p:spPr>
          <a:xfrm>
            <a:off x="48169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2" name="Google Shape;152;p10"/>
          <p:cNvSpPr txBox="1"/>
          <p:nvPr>
            <p:ph idx="18" type="body"/>
          </p:nvPr>
        </p:nvSpPr>
        <p:spPr>
          <a:xfrm>
            <a:off x="4817025"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53" name="Google Shape;153;p10"/>
          <p:cNvSpPr/>
          <p:nvPr>
            <p:ph idx="19" type="pic"/>
          </p:nvPr>
        </p:nvSpPr>
        <p:spPr>
          <a:xfrm>
            <a:off x="7012000" y="1896600"/>
            <a:ext cx="665400" cy="685500"/>
          </a:xfrm>
          <a:prstGeom prst="roundRect">
            <a:avLst>
              <a:gd fmla="val 17601" name="adj"/>
            </a:avLst>
          </a:prstGeom>
          <a:noFill/>
          <a:ln>
            <a:noFill/>
          </a:ln>
        </p:spPr>
      </p:sp>
      <p:sp>
        <p:nvSpPr>
          <p:cNvPr id="154" name="Google Shape;154;p10"/>
          <p:cNvSpPr txBox="1"/>
          <p:nvPr>
            <p:ph idx="20" type="subTitle"/>
          </p:nvPr>
        </p:nvSpPr>
        <p:spPr>
          <a:xfrm>
            <a:off x="70120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5" name="Google Shape;155;p10"/>
          <p:cNvSpPr txBox="1"/>
          <p:nvPr>
            <p:ph idx="21" type="subTitle"/>
          </p:nvPr>
        </p:nvSpPr>
        <p:spPr>
          <a:xfrm>
            <a:off x="70120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6" name="Google Shape;156;p10"/>
          <p:cNvSpPr txBox="1"/>
          <p:nvPr>
            <p:ph idx="22" type="body"/>
          </p:nvPr>
        </p:nvSpPr>
        <p:spPr>
          <a:xfrm>
            <a:off x="70120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cxnSp>
        <p:nvCxnSpPr>
          <p:cNvPr id="157" name="Google Shape;157;p1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58" name="Google Shape;158;p1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9" name="Google Shape;159;p1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160" name="Shape 160"/>
        <p:cNvGrpSpPr/>
        <p:nvPr/>
      </p:nvGrpSpPr>
      <p:grpSpPr>
        <a:xfrm>
          <a:off x="0" y="0"/>
          <a:ext cx="0" cy="0"/>
          <a:chOff x="0" y="0"/>
          <a:chExt cx="0" cy="0"/>
        </a:xfrm>
      </p:grpSpPr>
      <p:pic>
        <p:nvPicPr>
          <p:cNvPr descr="Oval black shapes against a shadowy background. " id="161" name="Google Shape;161;p11"/>
          <p:cNvPicPr preferRelativeResize="0"/>
          <p:nvPr/>
        </p:nvPicPr>
        <p:blipFill rotWithShape="1">
          <a:blip r:embed="rId2">
            <a:alphaModFix/>
          </a:blip>
          <a:srcRect b="42245" l="17240" r="25038" t="34"/>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162" name="Google Shape;162;p11"/>
          <p:cNvSpPr txBox="1"/>
          <p:nvPr>
            <p:ph idx="1" type="subTitle"/>
          </p:nvPr>
        </p:nvSpPr>
        <p:spPr>
          <a:xfrm>
            <a:off x="4314775" y="3818375"/>
            <a:ext cx="42306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63" name="Google Shape;163;p11"/>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4" name="Google Shape;164;p11"/>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5" name="Google Shape;165;p11"/>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6" name="Google Shape;166;p11"/>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167" name="Google Shape;167;p1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168" name="Google Shape;168;p11"/>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169" name="Google Shape;169;p11"/>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170" name="Google Shape;170;p1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1" name="Google Shape;171;p1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172" name="Shape 172"/>
        <p:cNvGrpSpPr/>
        <p:nvPr/>
      </p:nvGrpSpPr>
      <p:grpSpPr>
        <a:xfrm>
          <a:off x="0" y="0"/>
          <a:ext cx="0" cy="0"/>
          <a:chOff x="0" y="0"/>
          <a:chExt cx="0" cy="0"/>
        </a:xfrm>
      </p:grpSpPr>
      <p:sp>
        <p:nvSpPr>
          <p:cNvPr id="173" name="Google Shape;173;p12"/>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sz="1400"/>
            </a:lvl2pPr>
            <a:lvl3pPr indent="-317500" lvl="2" marL="1371600">
              <a:spcBef>
                <a:spcPts val="800"/>
              </a:spcBef>
              <a:spcAft>
                <a:spcPts val="0"/>
              </a:spcAft>
              <a:buSzPts val="1400"/>
              <a:buChar char="■"/>
              <a:defRPr sz="1400"/>
            </a:lvl3pPr>
            <a:lvl4pPr indent="-317500" lvl="3" marL="1828800">
              <a:spcBef>
                <a:spcPts val="800"/>
              </a:spcBef>
              <a:spcAft>
                <a:spcPts val="0"/>
              </a:spcAft>
              <a:buSzPts val="1400"/>
              <a:buChar char="●"/>
              <a:defRPr sz="1400"/>
            </a:lvl4pPr>
            <a:lvl5pPr indent="-317500" lvl="4" marL="2286000">
              <a:spcBef>
                <a:spcPts val="800"/>
              </a:spcBef>
              <a:spcAft>
                <a:spcPts val="0"/>
              </a:spcAft>
              <a:buSzPts val="1400"/>
              <a:buChar char="○"/>
              <a:defRPr sz="1400"/>
            </a:lvl5pPr>
            <a:lvl6pPr indent="-317500" lvl="5" marL="2743200">
              <a:spcBef>
                <a:spcPts val="800"/>
              </a:spcBef>
              <a:spcAft>
                <a:spcPts val="0"/>
              </a:spcAft>
              <a:buSzPts val="1400"/>
              <a:buChar char="■"/>
              <a:defRPr sz="1400"/>
            </a:lvl6pPr>
            <a:lvl7pPr indent="-317500" lvl="6" marL="3200400">
              <a:spcBef>
                <a:spcPts val="800"/>
              </a:spcBef>
              <a:spcAft>
                <a:spcPts val="0"/>
              </a:spcAft>
              <a:buSzPts val="1400"/>
              <a:buChar char="●"/>
              <a:defRPr sz="1400"/>
            </a:lvl7pPr>
            <a:lvl8pPr indent="-317500" lvl="7" marL="3657600">
              <a:spcBef>
                <a:spcPts val="800"/>
              </a:spcBef>
              <a:spcAft>
                <a:spcPts val="0"/>
              </a:spcAft>
              <a:buSzPts val="1400"/>
              <a:buChar char="○"/>
              <a:defRPr sz="1400"/>
            </a:lvl8pPr>
            <a:lvl9pPr indent="-317500" lvl="8" marL="4114800">
              <a:spcBef>
                <a:spcPts val="800"/>
              </a:spcBef>
              <a:spcAft>
                <a:spcPts val="800"/>
              </a:spcAft>
              <a:buSzPts val="1400"/>
              <a:buChar char="■"/>
              <a:defRPr sz="1400"/>
            </a:lvl9pPr>
          </a:lstStyle>
          <a:p/>
        </p:txBody>
      </p:sp>
      <p:sp>
        <p:nvSpPr>
          <p:cNvPr id="174" name="Google Shape;174;p12"/>
          <p:cNvSpPr/>
          <p:nvPr>
            <p:ph idx="2" type="pic"/>
          </p:nvPr>
        </p:nvSpPr>
        <p:spPr>
          <a:xfrm>
            <a:off x="5342000" y="457200"/>
            <a:ext cx="3573300" cy="3995400"/>
          </a:xfrm>
          <a:prstGeom prst="roundRect">
            <a:avLst>
              <a:gd fmla="val 6865" name="adj"/>
            </a:avLst>
          </a:prstGeom>
          <a:noFill/>
          <a:ln>
            <a:noFill/>
          </a:ln>
        </p:spPr>
      </p:sp>
      <p:sp>
        <p:nvSpPr>
          <p:cNvPr id="175" name="Google Shape;175;p12"/>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6" name="Google Shape;176;p12"/>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7" name="Google Shape;177;p12"/>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8" name="Google Shape;178;p12"/>
          <p:cNvSpPr txBox="1"/>
          <p:nvPr>
            <p:ph idx="6"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179" name="Google Shape;179;p12"/>
          <p:cNvSpPr txBox="1"/>
          <p:nvPr>
            <p:ph type="title"/>
          </p:nvPr>
        </p:nvSpPr>
        <p:spPr>
          <a:xfrm>
            <a:off x="228600" y="613525"/>
            <a:ext cx="42966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cxnSp>
        <p:nvCxnSpPr>
          <p:cNvPr id="180" name="Google Shape;180;p1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81" name="Google Shape;181;p1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2" name="Google Shape;182;p1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183" name="Shape 183"/>
        <p:cNvGrpSpPr/>
        <p:nvPr/>
      </p:nvGrpSpPr>
      <p:grpSpPr>
        <a:xfrm>
          <a:off x="0" y="0"/>
          <a:ext cx="0" cy="0"/>
          <a:chOff x="0" y="0"/>
          <a:chExt cx="0" cy="0"/>
        </a:xfrm>
      </p:grpSpPr>
      <p:sp>
        <p:nvSpPr>
          <p:cNvPr id="184" name="Google Shape;184;p13"/>
          <p:cNvSpPr txBox="1"/>
          <p:nvPr>
            <p:ph type="title"/>
          </p:nvPr>
        </p:nvSpPr>
        <p:spPr>
          <a:xfrm>
            <a:off x="3386700" y="489887"/>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p:txBody>
      </p:sp>
      <p:sp>
        <p:nvSpPr>
          <p:cNvPr id="185" name="Google Shape;185;p13"/>
          <p:cNvSpPr txBox="1"/>
          <p:nvPr>
            <p:ph idx="1" type="subTitle"/>
          </p:nvPr>
        </p:nvSpPr>
        <p:spPr>
          <a:xfrm>
            <a:off x="338670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86" name="Google Shape;186;p13"/>
          <p:cNvSpPr txBox="1"/>
          <p:nvPr>
            <p:ph idx="2" type="subTitle"/>
          </p:nvPr>
        </p:nvSpPr>
        <p:spPr>
          <a:xfrm>
            <a:off x="338670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87" name="Google Shape;187;p13"/>
          <p:cNvSpPr txBox="1"/>
          <p:nvPr>
            <p:ph idx="3" type="title"/>
          </p:nvPr>
        </p:nvSpPr>
        <p:spPr>
          <a:xfrm>
            <a:off x="6307650" y="482616"/>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188" name="Google Shape;188;p13"/>
          <p:cNvSpPr txBox="1"/>
          <p:nvPr>
            <p:ph idx="4" type="subTitle"/>
          </p:nvPr>
        </p:nvSpPr>
        <p:spPr>
          <a:xfrm>
            <a:off x="630765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89" name="Google Shape;189;p13"/>
          <p:cNvSpPr txBox="1"/>
          <p:nvPr>
            <p:ph idx="5" type="subTitle"/>
          </p:nvPr>
        </p:nvSpPr>
        <p:spPr>
          <a:xfrm>
            <a:off x="630765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90" name="Google Shape;190;p13"/>
          <p:cNvSpPr txBox="1"/>
          <p:nvPr>
            <p:ph idx="6"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p:txBody>
      </p:sp>
      <p:sp>
        <p:nvSpPr>
          <p:cNvPr id="191" name="Google Shape;191;p13"/>
          <p:cNvSpPr txBox="1"/>
          <p:nvPr>
            <p:ph idx="7" type="subTitle"/>
          </p:nvPr>
        </p:nvSpPr>
        <p:spPr>
          <a:xfrm>
            <a:off x="3482800" y="4057204"/>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2" name="Google Shape;192;p13"/>
          <p:cNvSpPr txBox="1"/>
          <p:nvPr>
            <p:ph idx="8" type="subTitle"/>
          </p:nvPr>
        </p:nvSpPr>
        <p:spPr>
          <a:xfrm>
            <a:off x="6405300" y="4057079"/>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3" name="Google Shape;193;p13"/>
          <p:cNvSpPr txBox="1"/>
          <p:nvPr>
            <p:ph idx="9"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4" name="Google Shape;194;p13"/>
          <p:cNvSpPr txBox="1"/>
          <p:nvPr>
            <p:ph idx="1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5" name="Google Shape;195;p13"/>
          <p:cNvSpPr txBox="1"/>
          <p:nvPr>
            <p:ph idx="1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96" name="Google Shape;196;p1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grpSp>
        <p:nvGrpSpPr>
          <p:cNvPr id="197" name="Google Shape;197;p13"/>
          <p:cNvGrpSpPr/>
          <p:nvPr/>
        </p:nvGrpSpPr>
        <p:grpSpPr>
          <a:xfrm rot="-5400000">
            <a:off x="4794488" y="4206993"/>
            <a:ext cx="141588" cy="73485"/>
            <a:chOff x="498725" y="2069800"/>
            <a:chExt cx="205200" cy="106500"/>
          </a:xfrm>
        </p:grpSpPr>
        <p:cxnSp>
          <p:nvCxnSpPr>
            <p:cNvPr id="198" name="Google Shape;198;p13"/>
            <p:cNvCxnSpPr/>
            <p:nvPr/>
          </p:nvCxnSpPr>
          <p:spPr>
            <a:xfrm flipH="1" rot="-5400000">
              <a:off x="498725" y="2069800"/>
              <a:ext cx="103500" cy="103500"/>
            </a:xfrm>
            <a:prstGeom prst="straightConnector1">
              <a:avLst/>
            </a:prstGeom>
            <a:noFill/>
            <a:ln cap="flat" cmpd="sng" w="9525">
              <a:solidFill>
                <a:schemeClr val="lt2"/>
              </a:solidFill>
              <a:prstDash val="solid"/>
              <a:round/>
              <a:headEnd len="med" w="med" type="none"/>
              <a:tailEnd len="med" w="med" type="none"/>
            </a:ln>
          </p:spPr>
        </p:cxnSp>
        <p:cxnSp>
          <p:nvCxnSpPr>
            <p:cNvPr id="199" name="Google Shape;199;p13"/>
            <p:cNvCxnSpPr/>
            <p:nvPr/>
          </p:nvCxnSpPr>
          <p:spPr>
            <a:xfrm rot="5400000">
              <a:off x="596825" y="2069200"/>
              <a:ext cx="106500" cy="107700"/>
            </a:xfrm>
            <a:prstGeom prst="straightConnector1">
              <a:avLst/>
            </a:prstGeom>
            <a:noFill/>
            <a:ln cap="flat" cmpd="sng" w="9525">
              <a:solidFill>
                <a:schemeClr val="lt2"/>
              </a:solidFill>
              <a:prstDash val="solid"/>
              <a:round/>
              <a:headEnd len="med" w="med" type="none"/>
              <a:tailEnd len="med" w="med" type="none"/>
            </a:ln>
          </p:spPr>
        </p:cxnSp>
      </p:grpSp>
      <p:sp>
        <p:nvSpPr>
          <p:cNvPr id="200" name="Google Shape;200;p1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1" name="Google Shape;201;p1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202" name="Shape 202"/>
        <p:cNvGrpSpPr/>
        <p:nvPr/>
      </p:nvGrpSpPr>
      <p:grpSpPr>
        <a:xfrm>
          <a:off x="0" y="0"/>
          <a:ext cx="0" cy="0"/>
          <a:chOff x="0" y="0"/>
          <a:chExt cx="0" cy="0"/>
        </a:xfrm>
      </p:grpSpPr>
      <p:sp>
        <p:nvSpPr>
          <p:cNvPr id="203" name="Google Shape;203;p14"/>
          <p:cNvSpPr txBox="1"/>
          <p:nvPr>
            <p:ph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204" name="Google Shape;204;p14"/>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5" name="Google Shape;205;p14"/>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6" name="Google Shape;206;p14"/>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07" name="Google Shape;207;p1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8" name="Google Shape;208;p14"/>
          <p:cNvSpPr txBox="1"/>
          <p:nvPr>
            <p:ph idx="4" type="title"/>
          </p:nvPr>
        </p:nvSpPr>
        <p:spPr>
          <a:xfrm>
            <a:off x="3379125"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09" name="Google Shape;209;p14"/>
          <p:cNvSpPr txBox="1"/>
          <p:nvPr>
            <p:ph idx="5" type="subTitle"/>
          </p:nvPr>
        </p:nvSpPr>
        <p:spPr>
          <a:xfrm>
            <a:off x="3379125"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0" name="Google Shape;210;p14"/>
          <p:cNvSpPr txBox="1"/>
          <p:nvPr>
            <p:ph idx="6" type="subTitle"/>
          </p:nvPr>
        </p:nvSpPr>
        <p:spPr>
          <a:xfrm>
            <a:off x="3379123"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1" name="Google Shape;211;p14"/>
          <p:cNvSpPr txBox="1"/>
          <p:nvPr>
            <p:ph idx="7" type="title"/>
          </p:nvPr>
        </p:nvSpPr>
        <p:spPr>
          <a:xfrm>
            <a:off x="6318039"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2" name="Google Shape;212;p14"/>
          <p:cNvSpPr txBox="1"/>
          <p:nvPr>
            <p:ph idx="8" type="subTitle"/>
          </p:nvPr>
        </p:nvSpPr>
        <p:spPr>
          <a:xfrm>
            <a:off x="6318039"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3" name="Google Shape;213;p14"/>
          <p:cNvSpPr txBox="1"/>
          <p:nvPr>
            <p:ph idx="9" type="subTitle"/>
          </p:nvPr>
        </p:nvSpPr>
        <p:spPr>
          <a:xfrm>
            <a:off x="6318036"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4" name="Google Shape;214;p14"/>
          <p:cNvSpPr txBox="1"/>
          <p:nvPr>
            <p:ph idx="13" type="title"/>
          </p:nvPr>
        </p:nvSpPr>
        <p:spPr>
          <a:xfrm>
            <a:off x="6318039"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5" name="Google Shape;215;p14"/>
          <p:cNvSpPr txBox="1"/>
          <p:nvPr>
            <p:ph idx="14" type="subTitle"/>
          </p:nvPr>
        </p:nvSpPr>
        <p:spPr>
          <a:xfrm>
            <a:off x="6318039"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6" name="Google Shape;216;p14"/>
          <p:cNvSpPr txBox="1"/>
          <p:nvPr>
            <p:ph idx="15" type="subTitle"/>
          </p:nvPr>
        </p:nvSpPr>
        <p:spPr>
          <a:xfrm>
            <a:off x="6318036"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7" name="Google Shape;217;p14"/>
          <p:cNvSpPr txBox="1"/>
          <p:nvPr>
            <p:ph idx="16" type="title"/>
          </p:nvPr>
        </p:nvSpPr>
        <p:spPr>
          <a:xfrm>
            <a:off x="3379125"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8" name="Google Shape;218;p14"/>
          <p:cNvSpPr txBox="1"/>
          <p:nvPr>
            <p:ph idx="17" type="subTitle"/>
          </p:nvPr>
        </p:nvSpPr>
        <p:spPr>
          <a:xfrm>
            <a:off x="3379125"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9" name="Google Shape;219;p14"/>
          <p:cNvSpPr txBox="1"/>
          <p:nvPr>
            <p:ph idx="18" type="subTitle"/>
          </p:nvPr>
        </p:nvSpPr>
        <p:spPr>
          <a:xfrm>
            <a:off x="3379123"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20" name="Google Shape;220;p1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1" name="Google Shape;221;p1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222" name="Shape 222"/>
        <p:cNvGrpSpPr/>
        <p:nvPr/>
      </p:nvGrpSpPr>
      <p:grpSpPr>
        <a:xfrm>
          <a:off x="0" y="0"/>
          <a:ext cx="0" cy="0"/>
          <a:chOff x="0" y="0"/>
          <a:chExt cx="0" cy="0"/>
        </a:xfrm>
      </p:grpSpPr>
      <p:pic>
        <p:nvPicPr>
          <p:cNvPr id="223" name="Google Shape;223;p15"/>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224" name="Google Shape;224;p1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25" name="Google Shape;225;p15"/>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6" name="Google Shape;226;p15"/>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7" name="Google Shape;227;p15"/>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8" name="Google Shape;228;p15"/>
          <p:cNvSpPr txBox="1"/>
          <p:nvPr>
            <p:ph idx="4"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29" name="Google Shape;229;p15"/>
          <p:cNvSpPr txBox="1"/>
          <p:nvPr>
            <p:ph type="title"/>
          </p:nvPr>
        </p:nvSpPr>
        <p:spPr>
          <a:xfrm>
            <a:off x="355225" y="1775475"/>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0" name="Google Shape;230;p15"/>
          <p:cNvSpPr txBox="1"/>
          <p:nvPr>
            <p:ph idx="5" type="subTitle"/>
          </p:nvPr>
        </p:nvSpPr>
        <p:spPr>
          <a:xfrm>
            <a:off x="35522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1" name="Google Shape;231;p15"/>
          <p:cNvSpPr txBox="1"/>
          <p:nvPr>
            <p:ph idx="6" type="body"/>
          </p:nvPr>
        </p:nvSpPr>
        <p:spPr>
          <a:xfrm>
            <a:off x="35522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2" name="Google Shape;232;p15"/>
          <p:cNvSpPr txBox="1"/>
          <p:nvPr>
            <p:ph idx="7" type="title"/>
          </p:nvPr>
        </p:nvSpPr>
        <p:spPr>
          <a:xfrm>
            <a:off x="2543875"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3" name="Google Shape;233;p15"/>
          <p:cNvSpPr txBox="1"/>
          <p:nvPr>
            <p:ph idx="8" type="subTitle"/>
          </p:nvPr>
        </p:nvSpPr>
        <p:spPr>
          <a:xfrm>
            <a:off x="254387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4" name="Google Shape;234;p15"/>
          <p:cNvSpPr txBox="1"/>
          <p:nvPr>
            <p:ph idx="9" type="body"/>
          </p:nvPr>
        </p:nvSpPr>
        <p:spPr>
          <a:xfrm>
            <a:off x="254387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5" name="Google Shape;235;p15"/>
          <p:cNvSpPr txBox="1"/>
          <p:nvPr>
            <p:ph idx="13" type="title"/>
          </p:nvPr>
        </p:nvSpPr>
        <p:spPr>
          <a:xfrm>
            <a:off x="47455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6" name="Google Shape;236;p15"/>
          <p:cNvSpPr txBox="1"/>
          <p:nvPr>
            <p:ph idx="14" type="subTitle"/>
          </p:nvPr>
        </p:nvSpPr>
        <p:spPr>
          <a:xfrm>
            <a:off x="47455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7" name="Google Shape;237;p15"/>
          <p:cNvSpPr txBox="1"/>
          <p:nvPr>
            <p:ph idx="15" type="body"/>
          </p:nvPr>
        </p:nvSpPr>
        <p:spPr>
          <a:xfrm>
            <a:off x="4745400"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8" name="Google Shape;238;p15"/>
          <p:cNvSpPr txBox="1"/>
          <p:nvPr>
            <p:ph idx="16" type="title"/>
          </p:nvPr>
        </p:nvSpPr>
        <p:spPr>
          <a:xfrm>
            <a:off x="69423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9" name="Google Shape;239;p15"/>
          <p:cNvSpPr txBox="1"/>
          <p:nvPr>
            <p:ph idx="17" type="subTitle"/>
          </p:nvPr>
        </p:nvSpPr>
        <p:spPr>
          <a:xfrm>
            <a:off x="69423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40" name="Google Shape;240;p15"/>
          <p:cNvSpPr txBox="1"/>
          <p:nvPr>
            <p:ph idx="18" type="body"/>
          </p:nvPr>
        </p:nvSpPr>
        <p:spPr>
          <a:xfrm>
            <a:off x="6942300" y="2465025"/>
            <a:ext cx="17916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41" name="Google Shape;241;p15"/>
          <p:cNvSpPr txBox="1"/>
          <p:nvPr>
            <p:ph idx="19" type="title"/>
          </p:nvPr>
        </p:nvSpPr>
        <p:spPr>
          <a:xfrm>
            <a:off x="228600" y="613525"/>
            <a:ext cx="3904500" cy="8649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242" name="Google Shape;242;p1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3" name="Google Shape;243;p1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244" name="Shape 244"/>
        <p:cNvGrpSpPr/>
        <p:nvPr/>
      </p:nvGrpSpPr>
      <p:grpSpPr>
        <a:xfrm>
          <a:off x="0" y="0"/>
          <a:ext cx="0" cy="0"/>
          <a:chOff x="0" y="0"/>
          <a:chExt cx="0" cy="0"/>
        </a:xfrm>
      </p:grpSpPr>
      <p:sp>
        <p:nvSpPr>
          <p:cNvPr id="245" name="Google Shape;245;p16"/>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246" name="Google Shape;246;p16"/>
          <p:cNvCxnSpPr/>
          <p:nvPr/>
        </p:nvCxnSpPr>
        <p:spPr>
          <a:xfrm>
            <a:off x="228450" y="2061025"/>
            <a:ext cx="8687100" cy="0"/>
          </a:xfrm>
          <a:prstGeom prst="straightConnector1">
            <a:avLst/>
          </a:prstGeom>
          <a:noFill/>
          <a:ln cap="flat" cmpd="sng" w="9525">
            <a:solidFill>
              <a:schemeClr val="lt2"/>
            </a:solidFill>
            <a:prstDash val="solid"/>
            <a:round/>
            <a:headEnd len="med" w="med" type="none"/>
            <a:tailEnd len="med" w="med" type="none"/>
          </a:ln>
        </p:spPr>
      </p:cxnSp>
      <p:sp>
        <p:nvSpPr>
          <p:cNvPr id="247" name="Google Shape;247;p16"/>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8" name="Google Shape;248;p16"/>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9" name="Google Shape;249;p16"/>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50" name="Google Shape;250;p1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51" name="Google Shape;251;p16"/>
          <p:cNvSpPr txBox="1"/>
          <p:nvPr>
            <p:ph type="title"/>
          </p:nvPr>
        </p:nvSpPr>
        <p:spPr>
          <a:xfrm>
            <a:off x="228600" y="369300"/>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52" name="Google Shape;252;p16"/>
          <p:cNvSpPr/>
          <p:nvPr>
            <p:ph idx="5" type="pic"/>
          </p:nvPr>
        </p:nvSpPr>
        <p:spPr>
          <a:xfrm>
            <a:off x="3795900" y="2682425"/>
            <a:ext cx="1458300" cy="1458300"/>
          </a:xfrm>
          <a:prstGeom prst="ellipse">
            <a:avLst/>
          </a:prstGeom>
          <a:noFill/>
          <a:ln cap="flat" cmpd="sng" w="9525">
            <a:solidFill>
              <a:schemeClr val="accent3"/>
            </a:solidFill>
            <a:prstDash val="solid"/>
            <a:round/>
            <a:headEnd len="sm" w="sm" type="none"/>
            <a:tailEnd len="sm" w="sm" type="none"/>
          </a:ln>
        </p:spPr>
      </p:sp>
      <p:sp>
        <p:nvSpPr>
          <p:cNvPr id="253" name="Google Shape;253;p16"/>
          <p:cNvSpPr txBox="1"/>
          <p:nvPr>
            <p:ph idx="6" type="body"/>
          </p:nvPr>
        </p:nvSpPr>
        <p:spPr>
          <a:xfrm>
            <a:off x="5871500" y="2468775"/>
            <a:ext cx="2864700" cy="676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254" name="Google Shape;254;p16"/>
          <p:cNvSpPr txBox="1"/>
          <p:nvPr>
            <p:ph idx="7" type="body"/>
          </p:nvPr>
        </p:nvSpPr>
        <p:spPr>
          <a:xfrm>
            <a:off x="5871500" y="3553025"/>
            <a:ext cx="2864700" cy="696000"/>
          </a:xfrm>
          <a:prstGeom prst="rect">
            <a:avLst/>
          </a:prstGeom>
        </p:spPr>
        <p:txBody>
          <a:bodyPr anchorCtr="0" anchor="t" bIns="91425" lIns="0" spcFirstLastPara="1" rIns="91425" wrap="square" tIns="0">
            <a:spAutoFit/>
          </a:bodyPr>
          <a:lstStyle>
            <a:lvl1pPr indent="-304800" lvl="0" marL="4572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indent="-304800" lvl="1" marL="914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indent="-304800" lvl="2" marL="1371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indent="-304800" lvl="3" marL="1828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indent="-304800" lvl="4" marL="22860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indent="-304800" lvl="5" marL="27432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indent="-304800" lvl="6" marL="3200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indent="-304800" lvl="7" marL="3657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indent="-304800" lvl="8" marL="411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p:txBody>
      </p:sp>
      <p:sp>
        <p:nvSpPr>
          <p:cNvPr id="255" name="Google Shape;255;p16"/>
          <p:cNvSpPr txBox="1"/>
          <p:nvPr>
            <p:ph idx="8" type="subTitle"/>
          </p:nvPr>
        </p:nvSpPr>
        <p:spPr>
          <a:xfrm>
            <a:off x="238800" y="2720113"/>
            <a:ext cx="2824500" cy="145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256" name="Google Shape;256;p1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57" name="Google Shape;257;p1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258" name="Shape 258"/>
        <p:cNvGrpSpPr/>
        <p:nvPr/>
      </p:nvGrpSpPr>
      <p:grpSpPr>
        <a:xfrm>
          <a:off x="0" y="0"/>
          <a:ext cx="0" cy="0"/>
          <a:chOff x="0" y="0"/>
          <a:chExt cx="0" cy="0"/>
        </a:xfrm>
      </p:grpSpPr>
      <p:sp>
        <p:nvSpPr>
          <p:cNvPr id="259" name="Google Shape;259;p1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0" name="Google Shape;260;p1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1" name="Google Shape;261;p1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62" name="Google Shape;262;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63" name="Google Shape;263;p17"/>
          <p:cNvSpPr/>
          <p:nvPr/>
        </p:nvSpPr>
        <p:spPr>
          <a:xfrm>
            <a:off x="228600" y="1395962"/>
            <a:ext cx="2101200" cy="3054000"/>
          </a:xfrm>
          <a:prstGeom prst="roundRect">
            <a:avLst>
              <a:gd fmla="val 963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4" name="Google Shape;264;p17"/>
          <p:cNvSpPr/>
          <p:nvPr/>
        </p:nvSpPr>
        <p:spPr>
          <a:xfrm>
            <a:off x="2423700" y="1395962"/>
            <a:ext cx="3198600" cy="3054000"/>
          </a:xfrm>
          <a:prstGeom prst="roundRect">
            <a:avLst>
              <a:gd fmla="val 6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5" name="Google Shape;265;p17"/>
          <p:cNvSpPr/>
          <p:nvPr/>
        </p:nvSpPr>
        <p:spPr>
          <a:xfrm>
            <a:off x="5716850" y="1395962"/>
            <a:ext cx="3198600" cy="17583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6" name="Google Shape;266;p17"/>
          <p:cNvSpPr/>
          <p:nvPr/>
        </p:nvSpPr>
        <p:spPr>
          <a:xfrm>
            <a:off x="5716200" y="3231390"/>
            <a:ext cx="3198600" cy="1217400"/>
          </a:xfrm>
          <a:prstGeom prst="roundRect">
            <a:avLst>
              <a:gd fmla="val 1360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7" name="Google Shape;267;p17"/>
          <p:cNvSpPr/>
          <p:nvPr>
            <p:ph idx="4" type="pic"/>
          </p:nvPr>
        </p:nvSpPr>
        <p:spPr>
          <a:xfrm>
            <a:off x="381950" y="993050"/>
            <a:ext cx="850500" cy="850500"/>
          </a:xfrm>
          <a:prstGeom prst="ellipse">
            <a:avLst/>
          </a:prstGeom>
          <a:noFill/>
          <a:ln cap="flat" cmpd="sng" w="9525">
            <a:solidFill>
              <a:schemeClr val="accent3"/>
            </a:solidFill>
            <a:prstDash val="solid"/>
            <a:round/>
            <a:headEnd len="sm" w="sm" type="none"/>
            <a:tailEnd len="sm" w="sm" type="none"/>
          </a:ln>
        </p:spPr>
      </p:sp>
      <p:sp>
        <p:nvSpPr>
          <p:cNvPr id="268" name="Google Shape;268;p17"/>
          <p:cNvSpPr txBox="1"/>
          <p:nvPr>
            <p:ph idx="5" type="subTitle"/>
          </p:nvPr>
        </p:nvSpPr>
        <p:spPr>
          <a:xfrm>
            <a:off x="381950" y="2062875"/>
            <a:ext cx="1786500" cy="236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269" name="Google Shape;269;p17"/>
          <p:cNvSpPr txBox="1"/>
          <p:nvPr>
            <p:ph idx="6" type="body"/>
          </p:nvPr>
        </p:nvSpPr>
        <p:spPr>
          <a:xfrm>
            <a:off x="381950" y="2453500"/>
            <a:ext cx="1786500" cy="1536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Urbanist"/>
              <a:buChar char="●"/>
              <a:defRPr sz="1000">
                <a:solidFill>
                  <a:schemeClr val="dk1"/>
                </a:solidFill>
              </a:defRPr>
            </a:lvl1pPr>
            <a:lvl2pPr indent="-292100" lvl="1" marL="914400">
              <a:spcBef>
                <a:spcPts val="0"/>
              </a:spcBef>
              <a:spcAft>
                <a:spcPts val="0"/>
              </a:spcAft>
              <a:buClr>
                <a:schemeClr val="dk1"/>
              </a:buClr>
              <a:buSzPts val="1000"/>
              <a:buFont typeface="Urbanist"/>
              <a:buChar char="○"/>
              <a:defRPr sz="1000">
                <a:solidFill>
                  <a:schemeClr val="dk1"/>
                </a:solidFill>
              </a:defRPr>
            </a:lvl2pPr>
            <a:lvl3pPr indent="-292100" lvl="2" marL="1371600">
              <a:spcBef>
                <a:spcPts val="0"/>
              </a:spcBef>
              <a:spcAft>
                <a:spcPts val="0"/>
              </a:spcAft>
              <a:buClr>
                <a:schemeClr val="dk1"/>
              </a:buClr>
              <a:buSzPts val="1000"/>
              <a:buFont typeface="Urbanist"/>
              <a:buChar char="■"/>
              <a:defRPr sz="1000">
                <a:solidFill>
                  <a:schemeClr val="dk1"/>
                </a:solidFill>
              </a:defRPr>
            </a:lvl3pPr>
            <a:lvl4pPr indent="-292100" lvl="3" marL="1828800">
              <a:spcBef>
                <a:spcPts val="0"/>
              </a:spcBef>
              <a:spcAft>
                <a:spcPts val="0"/>
              </a:spcAft>
              <a:buClr>
                <a:schemeClr val="dk1"/>
              </a:buClr>
              <a:buSzPts val="1000"/>
              <a:buFont typeface="Urbanist"/>
              <a:buChar char="●"/>
              <a:defRPr sz="1000">
                <a:solidFill>
                  <a:schemeClr val="dk1"/>
                </a:solidFill>
              </a:defRPr>
            </a:lvl4pPr>
            <a:lvl5pPr indent="-292100" lvl="4" marL="2286000">
              <a:spcBef>
                <a:spcPts val="0"/>
              </a:spcBef>
              <a:spcAft>
                <a:spcPts val="0"/>
              </a:spcAft>
              <a:buClr>
                <a:schemeClr val="dk1"/>
              </a:buClr>
              <a:buSzPts val="1000"/>
              <a:buFont typeface="Urbanist"/>
              <a:buChar char="○"/>
              <a:defRPr sz="1000">
                <a:solidFill>
                  <a:schemeClr val="dk1"/>
                </a:solidFill>
              </a:defRPr>
            </a:lvl5pPr>
            <a:lvl6pPr indent="-292100" lvl="5" marL="2743200">
              <a:spcBef>
                <a:spcPts val="0"/>
              </a:spcBef>
              <a:spcAft>
                <a:spcPts val="0"/>
              </a:spcAft>
              <a:buClr>
                <a:schemeClr val="dk1"/>
              </a:buClr>
              <a:buSzPts val="1000"/>
              <a:buFont typeface="Urbanist"/>
              <a:buChar char="■"/>
              <a:defRPr sz="1000">
                <a:solidFill>
                  <a:schemeClr val="dk1"/>
                </a:solidFill>
              </a:defRPr>
            </a:lvl6pPr>
            <a:lvl7pPr indent="-292100" lvl="6" marL="3200400">
              <a:spcBef>
                <a:spcPts val="0"/>
              </a:spcBef>
              <a:spcAft>
                <a:spcPts val="0"/>
              </a:spcAft>
              <a:buClr>
                <a:schemeClr val="dk1"/>
              </a:buClr>
              <a:buSzPts val="1000"/>
              <a:buFont typeface="Urbanist"/>
              <a:buChar char="●"/>
              <a:defRPr sz="1000">
                <a:solidFill>
                  <a:schemeClr val="dk1"/>
                </a:solidFill>
              </a:defRPr>
            </a:lvl7pPr>
            <a:lvl8pPr indent="-292100" lvl="7" marL="3657600">
              <a:spcBef>
                <a:spcPts val="0"/>
              </a:spcBef>
              <a:spcAft>
                <a:spcPts val="0"/>
              </a:spcAft>
              <a:buClr>
                <a:schemeClr val="dk1"/>
              </a:buClr>
              <a:buSzPts val="1000"/>
              <a:buFont typeface="Urbanist"/>
              <a:buChar char="○"/>
              <a:defRPr sz="1000">
                <a:solidFill>
                  <a:schemeClr val="dk1"/>
                </a:solidFill>
              </a:defRPr>
            </a:lvl8pPr>
            <a:lvl9pPr indent="-292100" lvl="8" marL="4114800">
              <a:spcBef>
                <a:spcPts val="0"/>
              </a:spcBef>
              <a:spcAft>
                <a:spcPts val="0"/>
              </a:spcAft>
              <a:buClr>
                <a:schemeClr val="dk1"/>
              </a:buClr>
              <a:buSzPts val="1000"/>
              <a:buFont typeface="Urbanist"/>
              <a:buChar char="■"/>
              <a:defRPr sz="1000">
                <a:solidFill>
                  <a:schemeClr val="dk1"/>
                </a:solidFill>
              </a:defRPr>
            </a:lvl9pPr>
          </a:lstStyle>
          <a:p/>
        </p:txBody>
      </p:sp>
      <p:sp>
        <p:nvSpPr>
          <p:cNvPr id="270" name="Google Shape;270;p17"/>
          <p:cNvSpPr txBox="1"/>
          <p:nvPr>
            <p:ph idx="7" type="subTitle"/>
          </p:nvPr>
        </p:nvSpPr>
        <p:spPr>
          <a:xfrm>
            <a:off x="2580250" y="1528150"/>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1" name="Google Shape;271;p17"/>
          <p:cNvSpPr txBox="1"/>
          <p:nvPr>
            <p:ph idx="8" type="body"/>
          </p:nvPr>
        </p:nvSpPr>
        <p:spPr>
          <a:xfrm>
            <a:off x="2580250" y="1791652"/>
            <a:ext cx="2911500" cy="6105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cxnSp>
        <p:nvCxnSpPr>
          <p:cNvPr id="272" name="Google Shape;272;p17"/>
          <p:cNvCxnSpPr/>
          <p:nvPr/>
        </p:nvCxnSpPr>
        <p:spPr>
          <a:xfrm>
            <a:off x="2423700" y="2531312"/>
            <a:ext cx="3194400" cy="0"/>
          </a:xfrm>
          <a:prstGeom prst="straightConnector1">
            <a:avLst/>
          </a:prstGeom>
          <a:noFill/>
          <a:ln cap="flat" cmpd="sng" w="9525">
            <a:solidFill>
              <a:schemeClr val="dk1"/>
            </a:solidFill>
            <a:prstDash val="solid"/>
            <a:round/>
            <a:headEnd len="med" w="med" type="none"/>
            <a:tailEnd len="med" w="med" type="none"/>
          </a:ln>
        </p:spPr>
      </p:cxnSp>
      <p:cxnSp>
        <p:nvCxnSpPr>
          <p:cNvPr id="273" name="Google Shape;273;p17"/>
          <p:cNvCxnSpPr/>
          <p:nvPr/>
        </p:nvCxnSpPr>
        <p:spPr>
          <a:xfrm>
            <a:off x="2423700" y="3583537"/>
            <a:ext cx="3194400" cy="0"/>
          </a:xfrm>
          <a:prstGeom prst="straightConnector1">
            <a:avLst/>
          </a:prstGeom>
          <a:noFill/>
          <a:ln cap="flat" cmpd="sng" w="9525">
            <a:solidFill>
              <a:schemeClr val="dk1"/>
            </a:solidFill>
            <a:prstDash val="solid"/>
            <a:round/>
            <a:headEnd len="med" w="med" type="none"/>
            <a:tailEnd len="med" w="med" type="none"/>
          </a:ln>
        </p:spPr>
      </p:cxnSp>
      <p:sp>
        <p:nvSpPr>
          <p:cNvPr id="274" name="Google Shape;274;p17"/>
          <p:cNvSpPr txBox="1"/>
          <p:nvPr>
            <p:ph idx="9" type="subTitle"/>
          </p:nvPr>
        </p:nvSpPr>
        <p:spPr>
          <a:xfrm>
            <a:off x="2580250" y="26604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5" name="Google Shape;275;p17"/>
          <p:cNvSpPr txBox="1"/>
          <p:nvPr>
            <p:ph idx="13" type="body"/>
          </p:nvPr>
        </p:nvSpPr>
        <p:spPr>
          <a:xfrm>
            <a:off x="2580250" y="2931046"/>
            <a:ext cx="2911500" cy="610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76" name="Google Shape;276;p17"/>
          <p:cNvSpPr/>
          <p:nvPr/>
        </p:nvSpPr>
        <p:spPr>
          <a:xfrm flipH="1">
            <a:off x="2600988"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7" name="Google Shape;277;p17"/>
          <p:cNvSpPr/>
          <p:nvPr/>
        </p:nvSpPr>
        <p:spPr>
          <a:xfrm flipH="1">
            <a:off x="3654625"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8" name="Google Shape;278;p17"/>
          <p:cNvSpPr/>
          <p:nvPr/>
        </p:nvSpPr>
        <p:spPr>
          <a:xfrm flipH="1">
            <a:off x="4602650"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9" name="Google Shape;279;p17"/>
          <p:cNvSpPr txBox="1"/>
          <p:nvPr>
            <p:ph idx="14" type="subTitle"/>
          </p:nvPr>
        </p:nvSpPr>
        <p:spPr>
          <a:xfrm>
            <a:off x="2567250" y="36718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80" name="Google Shape;280;p17"/>
          <p:cNvSpPr txBox="1"/>
          <p:nvPr>
            <p:ph idx="15" type="subTitle"/>
          </p:nvPr>
        </p:nvSpPr>
        <p:spPr>
          <a:xfrm>
            <a:off x="5877425" y="15281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1" name="Google Shape;281;p17"/>
          <p:cNvSpPr txBox="1"/>
          <p:nvPr>
            <p:ph idx="16" type="subTitle"/>
          </p:nvPr>
        </p:nvSpPr>
        <p:spPr>
          <a:xfrm>
            <a:off x="5877425" y="178110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2" name="Google Shape;282;p17"/>
          <p:cNvSpPr txBox="1"/>
          <p:nvPr>
            <p:ph idx="17" type="subTitle"/>
          </p:nvPr>
        </p:nvSpPr>
        <p:spPr>
          <a:xfrm>
            <a:off x="5877425" y="22191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3" name="Google Shape;283;p17"/>
          <p:cNvSpPr txBox="1"/>
          <p:nvPr>
            <p:ph idx="18" type="subTitle"/>
          </p:nvPr>
        </p:nvSpPr>
        <p:spPr>
          <a:xfrm>
            <a:off x="5877425" y="26572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4" name="Google Shape;284;p17"/>
          <p:cNvSpPr txBox="1"/>
          <p:nvPr>
            <p:ph idx="19" type="subTitle"/>
          </p:nvPr>
        </p:nvSpPr>
        <p:spPr>
          <a:xfrm>
            <a:off x="5877425" y="335493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5" name="Google Shape;285;p17"/>
          <p:cNvSpPr txBox="1"/>
          <p:nvPr>
            <p:ph idx="20"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86" name="Google Shape;286;p1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87" name="Google Shape;287;p1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288" name="Shape 288"/>
        <p:cNvGrpSpPr/>
        <p:nvPr/>
      </p:nvGrpSpPr>
      <p:grpSpPr>
        <a:xfrm>
          <a:off x="0" y="0"/>
          <a:ext cx="0" cy="0"/>
          <a:chOff x="0" y="0"/>
          <a:chExt cx="0" cy="0"/>
        </a:xfrm>
      </p:grpSpPr>
      <p:sp>
        <p:nvSpPr>
          <p:cNvPr id="289" name="Google Shape;289;p18"/>
          <p:cNvSpPr txBox="1"/>
          <p:nvPr>
            <p:ph idx="1" type="body"/>
          </p:nvPr>
        </p:nvSpPr>
        <p:spPr>
          <a:xfrm>
            <a:off x="2054000" y="2952175"/>
            <a:ext cx="1377600" cy="9378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290" name="Google Shape;290;p18"/>
          <p:cNvSpPr txBox="1"/>
          <p:nvPr>
            <p:ph idx="2" type="body"/>
          </p:nvPr>
        </p:nvSpPr>
        <p:spPr>
          <a:xfrm>
            <a:off x="2461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1" name="Google Shape;291;p18"/>
          <p:cNvSpPr txBox="1"/>
          <p:nvPr>
            <p:ph idx="3" type="subTitle"/>
          </p:nvPr>
        </p:nvSpPr>
        <p:spPr>
          <a:xfrm>
            <a:off x="382995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292" name="Google Shape;292;p18"/>
          <p:cNvSpPr txBox="1"/>
          <p:nvPr>
            <p:ph idx="4" type="body"/>
          </p:nvPr>
        </p:nvSpPr>
        <p:spPr>
          <a:xfrm>
            <a:off x="3848250" y="2952163"/>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3" name="Google Shape;293;p18"/>
          <p:cNvSpPr txBox="1"/>
          <p:nvPr>
            <p:ph idx="5" type="subTitle"/>
          </p:nvPr>
        </p:nvSpPr>
        <p:spPr>
          <a:xfrm>
            <a:off x="20774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294" name="Google Shape;294;p18"/>
          <p:cNvSpPr txBox="1"/>
          <p:nvPr>
            <p:ph idx="6" type="body"/>
          </p:nvPr>
        </p:nvSpPr>
        <p:spPr>
          <a:xfrm>
            <a:off x="5634175"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5" name="Google Shape;295;p18"/>
          <p:cNvSpPr txBox="1"/>
          <p:nvPr>
            <p:ph idx="7"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6" name="Google Shape;296;p18"/>
          <p:cNvSpPr txBox="1"/>
          <p:nvPr>
            <p:ph idx="8"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7" name="Google Shape;297;p18"/>
          <p:cNvSpPr txBox="1"/>
          <p:nvPr>
            <p:ph idx="9"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98" name="Google Shape;298;p1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99" name="Google Shape;299;p18"/>
          <p:cNvSpPr txBox="1"/>
          <p:nvPr>
            <p:ph type="title"/>
          </p:nvPr>
        </p:nvSpPr>
        <p:spPr>
          <a:xfrm>
            <a:off x="228600" y="613525"/>
            <a:ext cx="6841500" cy="7530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300" name="Google Shape;300;p18"/>
          <p:cNvSpPr txBox="1"/>
          <p:nvPr>
            <p:ph idx="13" type="subTitle"/>
          </p:nvPr>
        </p:nvSpPr>
        <p:spPr>
          <a:xfrm>
            <a:off x="2775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1" name="Google Shape;301;p18"/>
          <p:cNvSpPr txBox="1"/>
          <p:nvPr>
            <p:ph idx="14" type="subTitle"/>
          </p:nvPr>
        </p:nvSpPr>
        <p:spPr>
          <a:xfrm>
            <a:off x="38773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02" name="Google Shape;302;p18"/>
          <p:cNvSpPr txBox="1"/>
          <p:nvPr>
            <p:ph idx="15" type="subTitle"/>
          </p:nvPr>
        </p:nvSpPr>
        <p:spPr>
          <a:xfrm>
            <a:off x="56772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3" name="Google Shape;303;p18"/>
          <p:cNvSpPr txBox="1"/>
          <p:nvPr>
            <p:ph idx="16" type="subTitle"/>
          </p:nvPr>
        </p:nvSpPr>
        <p:spPr>
          <a:xfrm>
            <a:off x="74771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4" name="Google Shape;304;p18"/>
          <p:cNvSpPr txBox="1"/>
          <p:nvPr>
            <p:ph idx="17" type="subTitle"/>
          </p:nvPr>
        </p:nvSpPr>
        <p:spPr>
          <a:xfrm>
            <a:off x="23880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5" name="Google Shape;305;p18"/>
          <p:cNvSpPr txBox="1"/>
          <p:nvPr>
            <p:ph idx="18" type="subTitle"/>
          </p:nvPr>
        </p:nvSpPr>
        <p:spPr>
          <a:xfrm>
            <a:off x="2034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6" name="Google Shape;306;p18"/>
          <p:cNvSpPr txBox="1"/>
          <p:nvPr>
            <p:ph idx="19" type="subTitle"/>
          </p:nvPr>
        </p:nvSpPr>
        <p:spPr>
          <a:xfrm>
            <a:off x="5645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7" name="Google Shape;307;p18"/>
          <p:cNvSpPr txBox="1"/>
          <p:nvPr>
            <p:ph idx="20" type="subTitle"/>
          </p:nvPr>
        </p:nvSpPr>
        <p:spPr>
          <a:xfrm>
            <a:off x="7460789"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8" name="Google Shape;308;p18"/>
          <p:cNvSpPr txBox="1"/>
          <p:nvPr>
            <p:ph idx="21" type="subTitle"/>
          </p:nvPr>
        </p:nvSpPr>
        <p:spPr>
          <a:xfrm>
            <a:off x="372900" y="202945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309" name="Google Shape;309;p18"/>
          <p:cNvSpPr txBox="1"/>
          <p:nvPr>
            <p:ph idx="22" type="subTitle"/>
          </p:nvPr>
        </p:nvSpPr>
        <p:spPr>
          <a:xfrm>
            <a:off x="2178663"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0" name="Google Shape;310;p18"/>
          <p:cNvSpPr txBox="1"/>
          <p:nvPr>
            <p:ph idx="23" type="subTitle"/>
          </p:nvPr>
        </p:nvSpPr>
        <p:spPr>
          <a:xfrm>
            <a:off x="3974250"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1" name="Google Shape;311;p18"/>
          <p:cNvSpPr txBox="1"/>
          <p:nvPr>
            <p:ph idx="24" type="subTitle"/>
          </p:nvPr>
        </p:nvSpPr>
        <p:spPr>
          <a:xfrm>
            <a:off x="5789675"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2" name="Google Shape;312;p18"/>
          <p:cNvSpPr txBox="1"/>
          <p:nvPr>
            <p:ph idx="25" type="subTitle"/>
          </p:nvPr>
        </p:nvSpPr>
        <p:spPr>
          <a:xfrm>
            <a:off x="7605089"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3" name="Google Shape;313;p18"/>
          <p:cNvSpPr txBox="1"/>
          <p:nvPr>
            <p:ph idx="26" type="body"/>
          </p:nvPr>
        </p:nvSpPr>
        <p:spPr>
          <a:xfrm>
            <a:off x="74503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14" name="Google Shape;314;p1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5" name="Google Shape;315;p1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316" name="Shape 316"/>
        <p:cNvGrpSpPr/>
        <p:nvPr/>
      </p:nvGrpSpPr>
      <p:grpSpPr>
        <a:xfrm>
          <a:off x="0" y="0"/>
          <a:ext cx="0" cy="0"/>
          <a:chOff x="0" y="0"/>
          <a:chExt cx="0" cy="0"/>
        </a:xfrm>
      </p:grpSpPr>
      <p:sp>
        <p:nvSpPr>
          <p:cNvPr id="317" name="Google Shape;317;p1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8" name="Google Shape;318;p1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9" name="Google Shape;319;p1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20" name="Google Shape;320;p1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21" name="Google Shape;321;p1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22" name="Google Shape;322;p1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23" name="Google Shape;323;p19"/>
          <p:cNvSpPr txBox="1"/>
          <p:nvPr>
            <p:ph idx="4" type="subTitle"/>
          </p:nvPr>
        </p:nvSpPr>
        <p:spPr>
          <a:xfrm>
            <a:off x="6314800" y="458325"/>
            <a:ext cx="229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19"/>
          <p:cNvSpPr txBox="1"/>
          <p:nvPr>
            <p:ph type="title"/>
          </p:nvPr>
        </p:nvSpPr>
        <p:spPr>
          <a:xfrm>
            <a:off x="237650" y="746900"/>
            <a:ext cx="2834700" cy="25908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25" name="Google Shape;325;p19"/>
          <p:cNvSpPr txBox="1"/>
          <p:nvPr>
            <p:ph idx="5" type="subTitle"/>
          </p:nvPr>
        </p:nvSpPr>
        <p:spPr>
          <a:xfrm>
            <a:off x="229175" y="229175"/>
            <a:ext cx="283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26" name="Google Shape;326;p19"/>
          <p:cNvSpPr txBox="1"/>
          <p:nvPr>
            <p:ph idx="6" type="subTitle"/>
          </p:nvPr>
        </p:nvSpPr>
        <p:spPr>
          <a:xfrm>
            <a:off x="3437500" y="882725"/>
            <a:ext cx="22947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27" name="Google Shape;327;p19"/>
          <p:cNvSpPr txBox="1"/>
          <p:nvPr>
            <p:ph idx="7" type="title"/>
          </p:nvPr>
        </p:nvSpPr>
        <p:spPr>
          <a:xfrm>
            <a:off x="3611850" y="1848195"/>
            <a:ext cx="1924200" cy="594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p:txBody>
      </p:sp>
      <p:sp>
        <p:nvSpPr>
          <p:cNvPr id="328" name="Google Shape;328;p19"/>
          <p:cNvSpPr txBox="1"/>
          <p:nvPr>
            <p:ph idx="8" type="title"/>
          </p:nvPr>
        </p:nvSpPr>
        <p:spPr>
          <a:xfrm>
            <a:off x="3611850" y="3250202"/>
            <a:ext cx="1920300" cy="59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29" name="Google Shape;329;p19"/>
          <p:cNvSpPr txBox="1"/>
          <p:nvPr>
            <p:ph idx="9" type="subTitle"/>
          </p:nvPr>
        </p:nvSpPr>
        <p:spPr>
          <a:xfrm>
            <a:off x="3611850" y="2707575"/>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0" name="Google Shape;330;p19"/>
          <p:cNvSpPr txBox="1"/>
          <p:nvPr>
            <p:ph idx="13" type="subTitle"/>
          </p:nvPr>
        </p:nvSpPr>
        <p:spPr>
          <a:xfrm>
            <a:off x="3611850" y="4076800"/>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1" name="Google Shape;331;p19"/>
          <p:cNvSpPr txBox="1"/>
          <p:nvPr>
            <p:ph idx="14" type="subTitle"/>
          </p:nvPr>
        </p:nvSpPr>
        <p:spPr>
          <a:xfrm>
            <a:off x="6258900" y="3267725"/>
            <a:ext cx="24783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2" name="Google Shape;332;p19"/>
          <p:cNvSpPr txBox="1"/>
          <p:nvPr>
            <p:ph idx="15" type="subTitle"/>
          </p:nvPr>
        </p:nvSpPr>
        <p:spPr>
          <a:xfrm>
            <a:off x="6258900" y="3955225"/>
            <a:ext cx="2478300" cy="3300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3" name="Shape 333"/>
        <p:cNvGrpSpPr/>
        <p:nvPr/>
      </p:nvGrpSpPr>
      <p:grpSpPr>
        <a:xfrm>
          <a:off x="0" y="0"/>
          <a:ext cx="0" cy="0"/>
          <a:chOff x="0" y="0"/>
          <a:chExt cx="0" cy="0"/>
        </a:xfrm>
      </p:grpSpPr>
      <p:sp>
        <p:nvSpPr>
          <p:cNvPr id="334" name="Google Shape;334;p2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5" name="Google Shape;335;p2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6" name="Shape 336"/>
        <p:cNvGrpSpPr/>
        <p:nvPr/>
      </p:nvGrpSpPr>
      <p:grpSpPr>
        <a:xfrm>
          <a:off x="0" y="0"/>
          <a:ext cx="0" cy="0"/>
          <a:chOff x="0" y="0"/>
          <a:chExt cx="0" cy="0"/>
        </a:xfrm>
      </p:grpSpPr>
      <p:sp>
        <p:nvSpPr>
          <p:cNvPr id="337" name="Google Shape;337;p2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8" name="Shape 338"/>
        <p:cNvGrpSpPr/>
        <p:nvPr/>
      </p:nvGrpSpPr>
      <p:grpSpPr>
        <a:xfrm>
          <a:off x="0" y="0"/>
          <a:ext cx="0" cy="0"/>
          <a:chOff x="0" y="0"/>
          <a:chExt cx="0" cy="0"/>
        </a:xfrm>
      </p:grpSpPr>
      <p:sp>
        <p:nvSpPr>
          <p:cNvPr id="339" name="Google Shape;339;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0" name="Google Shape;340;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1" name="Shape 341"/>
        <p:cNvGrpSpPr/>
        <p:nvPr/>
      </p:nvGrpSpPr>
      <p:grpSpPr>
        <a:xfrm>
          <a:off x="0" y="0"/>
          <a:ext cx="0" cy="0"/>
          <a:chOff x="0" y="0"/>
          <a:chExt cx="0" cy="0"/>
        </a:xfrm>
      </p:grpSpPr>
      <p:sp>
        <p:nvSpPr>
          <p:cNvPr id="342" name="Google Shape;342;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3" name="Google Shape;343;p23"/>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4" name="Google Shape;344;p23"/>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5" name="Shape 345"/>
        <p:cNvGrpSpPr/>
        <p:nvPr/>
      </p:nvGrpSpPr>
      <p:grpSpPr>
        <a:xfrm>
          <a:off x="0" y="0"/>
          <a:ext cx="0" cy="0"/>
          <a:chOff x="0" y="0"/>
          <a:chExt cx="0" cy="0"/>
        </a:xfrm>
      </p:grpSpPr>
      <p:sp>
        <p:nvSpPr>
          <p:cNvPr id="346" name="Google Shape;346;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7" name="Shape 347"/>
        <p:cNvGrpSpPr/>
        <p:nvPr/>
      </p:nvGrpSpPr>
      <p:grpSpPr>
        <a:xfrm>
          <a:off x="0" y="0"/>
          <a:ext cx="0" cy="0"/>
          <a:chOff x="0" y="0"/>
          <a:chExt cx="0" cy="0"/>
        </a:xfrm>
      </p:grpSpPr>
      <p:sp>
        <p:nvSpPr>
          <p:cNvPr id="348" name="Google Shape;348;p25"/>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9" name="Google Shape;349;p25"/>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0" name="Shape 350"/>
        <p:cNvGrpSpPr/>
        <p:nvPr/>
      </p:nvGrpSpPr>
      <p:grpSpPr>
        <a:xfrm>
          <a:off x="0" y="0"/>
          <a:ext cx="0" cy="0"/>
          <a:chOff x="0" y="0"/>
          <a:chExt cx="0" cy="0"/>
        </a:xfrm>
      </p:grpSpPr>
      <p:sp>
        <p:nvSpPr>
          <p:cNvPr id="351" name="Google Shape;351;p26"/>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2" name="Shape 352"/>
        <p:cNvGrpSpPr/>
        <p:nvPr/>
      </p:nvGrpSpPr>
      <p:grpSpPr>
        <a:xfrm>
          <a:off x="0" y="0"/>
          <a:ext cx="0" cy="0"/>
          <a:chOff x="0" y="0"/>
          <a:chExt cx="0" cy="0"/>
        </a:xfrm>
      </p:grpSpPr>
      <p:sp>
        <p:nvSpPr>
          <p:cNvPr id="353" name="Google Shape;353;p27"/>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54" name="Google Shape;354;p27"/>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55" name="Google Shape;355;p27"/>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6" name="Shape 356"/>
        <p:cNvGrpSpPr/>
        <p:nvPr/>
      </p:nvGrpSpPr>
      <p:grpSpPr>
        <a:xfrm>
          <a:off x="0" y="0"/>
          <a:ext cx="0" cy="0"/>
          <a:chOff x="0" y="0"/>
          <a:chExt cx="0" cy="0"/>
        </a:xfrm>
      </p:grpSpPr>
      <p:sp>
        <p:nvSpPr>
          <p:cNvPr id="357" name="Google Shape;357;p28"/>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8" name="Shape 358"/>
        <p:cNvGrpSpPr/>
        <p:nvPr/>
      </p:nvGrpSpPr>
      <p:grpSpPr>
        <a:xfrm>
          <a:off x="0" y="0"/>
          <a:ext cx="0" cy="0"/>
          <a:chOff x="0" y="0"/>
          <a:chExt cx="0" cy="0"/>
        </a:xfrm>
      </p:grpSpPr>
      <p:sp>
        <p:nvSpPr>
          <p:cNvPr id="359" name="Google Shape;359;p2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0" name="Google Shape;360;p29"/>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1" name="Shape 361"/>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2" name="Shape 362"/>
        <p:cNvGrpSpPr/>
        <p:nvPr/>
      </p:nvGrpSpPr>
      <p:grpSpPr>
        <a:xfrm>
          <a:off x="0" y="0"/>
          <a:ext cx="0" cy="0"/>
          <a:chOff x="0" y="0"/>
          <a:chExt cx="0" cy="0"/>
        </a:xfrm>
      </p:grpSpPr>
      <p:sp>
        <p:nvSpPr>
          <p:cNvPr id="363" name="Google Shape;363;p3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4" name="Google Shape;364;p3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5" name="Google Shape;365;p3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3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7" name="Google Shape;367;p3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9" name="Google Shape;369;p3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0" name="Shape 370"/>
        <p:cNvGrpSpPr/>
        <p:nvPr/>
      </p:nvGrpSpPr>
      <p:grpSpPr>
        <a:xfrm>
          <a:off x="0" y="0"/>
          <a:ext cx="0" cy="0"/>
          <a:chOff x="0" y="0"/>
          <a:chExt cx="0" cy="0"/>
        </a:xfrm>
      </p:grpSpPr>
      <p:sp>
        <p:nvSpPr>
          <p:cNvPr id="371" name="Google Shape;371;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2" name="Google Shape;372;p3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3" name="Google Shape;373;p3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4" name="Shape 374"/>
        <p:cNvGrpSpPr/>
        <p:nvPr/>
      </p:nvGrpSpPr>
      <p:grpSpPr>
        <a:xfrm>
          <a:off x="0" y="0"/>
          <a:ext cx="0" cy="0"/>
          <a:chOff x="0" y="0"/>
          <a:chExt cx="0" cy="0"/>
        </a:xfrm>
      </p:grpSpPr>
      <p:sp>
        <p:nvSpPr>
          <p:cNvPr id="375" name="Google Shape;375;p3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6" name="Google Shape;376;p3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7" name="Google Shape;377;p3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8" name="Google Shape;378;p3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9" name="Google Shape;379;p3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0" name="Shape 380"/>
        <p:cNvGrpSpPr/>
        <p:nvPr/>
      </p:nvGrpSpPr>
      <p:grpSpPr>
        <a:xfrm>
          <a:off x="0" y="0"/>
          <a:ext cx="0" cy="0"/>
          <a:chOff x="0" y="0"/>
          <a:chExt cx="0" cy="0"/>
        </a:xfrm>
      </p:grpSpPr>
      <p:sp>
        <p:nvSpPr>
          <p:cNvPr id="381" name="Google Shape;381;p3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82" name="Google Shape;382;p3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3" name="Google Shape;383;p3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4" name="Google Shape;384;p3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5" name="Google Shape;385;p3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3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7" name="Google Shape;387;p3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8" name="Shape 388"/>
        <p:cNvGrpSpPr/>
        <p:nvPr/>
      </p:nvGrpSpPr>
      <p:grpSpPr>
        <a:xfrm>
          <a:off x="0" y="0"/>
          <a:ext cx="0" cy="0"/>
          <a:chOff x="0" y="0"/>
          <a:chExt cx="0" cy="0"/>
        </a:xfrm>
      </p:grpSpPr>
      <p:sp>
        <p:nvSpPr>
          <p:cNvPr id="389" name="Google Shape;389;p3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90" name="Google Shape;390;p3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1" name="Google Shape;391;p3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2" name="Google Shape;392;p3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3" name="Google Shape;393;p3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94" name="Google Shape;394;p3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5" name="Google Shape;395;p3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3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3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8" name="Shape 398"/>
        <p:cNvGrpSpPr/>
        <p:nvPr/>
      </p:nvGrpSpPr>
      <p:grpSpPr>
        <a:xfrm>
          <a:off x="0" y="0"/>
          <a:ext cx="0" cy="0"/>
          <a:chOff x="0" y="0"/>
          <a:chExt cx="0" cy="0"/>
        </a:xfrm>
      </p:grpSpPr>
      <p:sp>
        <p:nvSpPr>
          <p:cNvPr id="399" name="Google Shape;399;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0" name="Google Shape;400;p3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1" name="Shape 401"/>
        <p:cNvGrpSpPr/>
        <p:nvPr/>
      </p:nvGrpSpPr>
      <p:grpSpPr>
        <a:xfrm>
          <a:off x="0" y="0"/>
          <a:ext cx="0" cy="0"/>
          <a:chOff x="0" y="0"/>
          <a:chExt cx="0" cy="0"/>
        </a:xfrm>
      </p:grpSpPr>
      <p:sp>
        <p:nvSpPr>
          <p:cNvPr id="402" name="Google Shape;402;p3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3" name="Google Shape;403;p37"/>
          <p:cNvSpPr/>
          <p:nvPr>
            <p:ph idx="2" type="pic"/>
          </p:nvPr>
        </p:nvSpPr>
        <p:spPr>
          <a:xfrm>
            <a:off x="4804825" y="1133300"/>
            <a:ext cx="4027500" cy="2392800"/>
          </a:xfrm>
          <a:prstGeom prst="rect">
            <a:avLst/>
          </a:prstGeom>
          <a:noFill/>
          <a:ln>
            <a:noFill/>
          </a:ln>
        </p:spPr>
      </p:sp>
      <p:sp>
        <p:nvSpPr>
          <p:cNvPr id="404" name="Google Shape;404;p37"/>
          <p:cNvSpPr/>
          <p:nvPr>
            <p:ph idx="3" type="pic"/>
          </p:nvPr>
        </p:nvSpPr>
        <p:spPr>
          <a:xfrm>
            <a:off x="311725" y="1133300"/>
            <a:ext cx="4027500" cy="2392800"/>
          </a:xfrm>
          <a:prstGeom prst="rect">
            <a:avLst/>
          </a:prstGeom>
          <a:noFill/>
          <a:ln>
            <a:noFill/>
          </a:ln>
        </p:spPr>
      </p:sp>
      <p:sp>
        <p:nvSpPr>
          <p:cNvPr id="405" name="Google Shape;405;p3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6" name="Google Shape;406;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7" name="Google Shape;407;p3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8" name="Google Shape;408;p3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09" name="Shape 409"/>
        <p:cNvGrpSpPr/>
        <p:nvPr/>
      </p:nvGrpSpPr>
      <p:grpSpPr>
        <a:xfrm>
          <a:off x="0" y="0"/>
          <a:ext cx="0" cy="0"/>
          <a:chOff x="0" y="0"/>
          <a:chExt cx="0" cy="0"/>
        </a:xfrm>
      </p:grpSpPr>
      <p:sp>
        <p:nvSpPr>
          <p:cNvPr id="410" name="Google Shape;410;p3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1" name="Google Shape;411;p38"/>
          <p:cNvSpPr/>
          <p:nvPr>
            <p:ph idx="2" type="pic"/>
          </p:nvPr>
        </p:nvSpPr>
        <p:spPr>
          <a:xfrm>
            <a:off x="6205225" y="1128325"/>
            <a:ext cx="2627100" cy="2273100"/>
          </a:xfrm>
          <a:prstGeom prst="rect">
            <a:avLst/>
          </a:prstGeom>
          <a:noFill/>
          <a:ln>
            <a:noFill/>
          </a:ln>
        </p:spPr>
      </p:sp>
      <p:sp>
        <p:nvSpPr>
          <p:cNvPr id="412" name="Google Shape;412;p38"/>
          <p:cNvSpPr/>
          <p:nvPr>
            <p:ph idx="3" type="pic"/>
          </p:nvPr>
        </p:nvSpPr>
        <p:spPr>
          <a:xfrm>
            <a:off x="311725" y="1128325"/>
            <a:ext cx="2627100" cy="2273100"/>
          </a:xfrm>
          <a:prstGeom prst="rect">
            <a:avLst/>
          </a:prstGeom>
          <a:noFill/>
          <a:ln>
            <a:noFill/>
          </a:ln>
        </p:spPr>
      </p:sp>
      <p:sp>
        <p:nvSpPr>
          <p:cNvPr id="413" name="Google Shape;413;p3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4" name="Google Shape;414;p38"/>
          <p:cNvSpPr/>
          <p:nvPr>
            <p:ph idx="5" type="pic"/>
          </p:nvPr>
        </p:nvSpPr>
        <p:spPr>
          <a:xfrm>
            <a:off x="3255250" y="1128325"/>
            <a:ext cx="2627100" cy="2273100"/>
          </a:xfrm>
          <a:prstGeom prst="rect">
            <a:avLst/>
          </a:prstGeom>
          <a:noFill/>
          <a:ln>
            <a:noFill/>
          </a:ln>
        </p:spPr>
      </p:sp>
      <p:sp>
        <p:nvSpPr>
          <p:cNvPr id="415" name="Google Shape;415;p3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6" name="Google Shape;416;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7" name="Google Shape;417;p3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8" name="Google Shape;418;p3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9" name="Google Shape;419;p3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0" name="Shape 420"/>
        <p:cNvGrpSpPr/>
        <p:nvPr/>
      </p:nvGrpSpPr>
      <p:grpSpPr>
        <a:xfrm>
          <a:off x="0" y="0"/>
          <a:ext cx="0" cy="0"/>
          <a:chOff x="0" y="0"/>
          <a:chExt cx="0" cy="0"/>
        </a:xfrm>
      </p:grpSpPr>
      <p:sp>
        <p:nvSpPr>
          <p:cNvPr id="421" name="Google Shape;421;p3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2" name="Shape 422"/>
        <p:cNvGrpSpPr/>
        <p:nvPr/>
      </p:nvGrpSpPr>
      <p:grpSpPr>
        <a:xfrm>
          <a:off x="0" y="0"/>
          <a:ext cx="0" cy="0"/>
          <a:chOff x="0" y="0"/>
          <a:chExt cx="0" cy="0"/>
        </a:xfrm>
      </p:grpSpPr>
      <p:sp>
        <p:nvSpPr>
          <p:cNvPr id="423" name="Google Shape;423;p40"/>
          <p:cNvSpPr/>
          <p:nvPr>
            <p:ph idx="2" type="pic"/>
          </p:nvPr>
        </p:nvSpPr>
        <p:spPr>
          <a:xfrm>
            <a:off x="3389600" y="118913"/>
            <a:ext cx="1643700" cy="1535100"/>
          </a:xfrm>
          <a:prstGeom prst="rect">
            <a:avLst/>
          </a:prstGeom>
          <a:noFill/>
          <a:ln>
            <a:noFill/>
          </a:ln>
        </p:spPr>
      </p:sp>
      <p:sp>
        <p:nvSpPr>
          <p:cNvPr id="424" name="Google Shape;424;p40"/>
          <p:cNvSpPr/>
          <p:nvPr>
            <p:ph idx="3" type="pic"/>
          </p:nvPr>
        </p:nvSpPr>
        <p:spPr>
          <a:xfrm>
            <a:off x="5195935" y="118913"/>
            <a:ext cx="1643700" cy="1535100"/>
          </a:xfrm>
          <a:prstGeom prst="rect">
            <a:avLst/>
          </a:prstGeom>
          <a:noFill/>
          <a:ln>
            <a:noFill/>
          </a:ln>
        </p:spPr>
      </p:sp>
      <p:sp>
        <p:nvSpPr>
          <p:cNvPr id="425" name="Google Shape;425;p40"/>
          <p:cNvSpPr/>
          <p:nvPr>
            <p:ph idx="4" type="pic"/>
          </p:nvPr>
        </p:nvSpPr>
        <p:spPr>
          <a:xfrm>
            <a:off x="7002270" y="118913"/>
            <a:ext cx="1643700" cy="1535100"/>
          </a:xfrm>
          <a:prstGeom prst="rect">
            <a:avLst/>
          </a:prstGeom>
          <a:noFill/>
          <a:ln>
            <a:noFill/>
          </a:ln>
        </p:spPr>
      </p:sp>
      <p:sp>
        <p:nvSpPr>
          <p:cNvPr id="426" name="Google Shape;426;p40"/>
          <p:cNvSpPr/>
          <p:nvPr>
            <p:ph idx="5" type="pic"/>
          </p:nvPr>
        </p:nvSpPr>
        <p:spPr>
          <a:xfrm>
            <a:off x="3389588" y="1804212"/>
            <a:ext cx="1643700" cy="1535100"/>
          </a:xfrm>
          <a:prstGeom prst="rect">
            <a:avLst/>
          </a:prstGeom>
          <a:noFill/>
          <a:ln>
            <a:noFill/>
          </a:ln>
        </p:spPr>
      </p:sp>
      <p:sp>
        <p:nvSpPr>
          <p:cNvPr id="427" name="Google Shape;427;p40"/>
          <p:cNvSpPr/>
          <p:nvPr>
            <p:ph idx="6" type="pic"/>
          </p:nvPr>
        </p:nvSpPr>
        <p:spPr>
          <a:xfrm>
            <a:off x="5195922" y="1804212"/>
            <a:ext cx="1643700" cy="1535100"/>
          </a:xfrm>
          <a:prstGeom prst="rect">
            <a:avLst/>
          </a:prstGeom>
          <a:noFill/>
          <a:ln>
            <a:noFill/>
          </a:ln>
        </p:spPr>
      </p:sp>
      <p:sp>
        <p:nvSpPr>
          <p:cNvPr id="428" name="Google Shape;428;p40"/>
          <p:cNvSpPr/>
          <p:nvPr>
            <p:ph idx="7" type="pic"/>
          </p:nvPr>
        </p:nvSpPr>
        <p:spPr>
          <a:xfrm>
            <a:off x="7002257" y="1804212"/>
            <a:ext cx="1643700" cy="1535100"/>
          </a:xfrm>
          <a:prstGeom prst="rect">
            <a:avLst/>
          </a:prstGeom>
          <a:noFill/>
          <a:ln>
            <a:noFill/>
          </a:ln>
        </p:spPr>
      </p:sp>
      <p:sp>
        <p:nvSpPr>
          <p:cNvPr id="429" name="Google Shape;429;p4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0" name="Google Shape;430;p40"/>
          <p:cNvSpPr/>
          <p:nvPr>
            <p:ph idx="8" type="pic"/>
          </p:nvPr>
        </p:nvSpPr>
        <p:spPr>
          <a:xfrm>
            <a:off x="3389588" y="3489487"/>
            <a:ext cx="1643700" cy="1535100"/>
          </a:xfrm>
          <a:prstGeom prst="rect">
            <a:avLst/>
          </a:prstGeom>
          <a:noFill/>
          <a:ln>
            <a:noFill/>
          </a:ln>
        </p:spPr>
      </p:sp>
      <p:sp>
        <p:nvSpPr>
          <p:cNvPr id="431" name="Google Shape;431;p40"/>
          <p:cNvSpPr/>
          <p:nvPr>
            <p:ph idx="9" type="pic"/>
          </p:nvPr>
        </p:nvSpPr>
        <p:spPr>
          <a:xfrm>
            <a:off x="5195922" y="3489487"/>
            <a:ext cx="1643700" cy="1535100"/>
          </a:xfrm>
          <a:prstGeom prst="rect">
            <a:avLst/>
          </a:prstGeom>
          <a:noFill/>
          <a:ln>
            <a:noFill/>
          </a:ln>
        </p:spPr>
      </p:sp>
      <p:sp>
        <p:nvSpPr>
          <p:cNvPr id="432" name="Google Shape;432;p4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spTree>
      <p:nvGrpSpPr>
        <p:cNvPr id="433" name="Shape 433"/>
        <p:cNvGrpSpPr/>
        <p:nvPr/>
      </p:nvGrpSpPr>
      <p:grpSpPr>
        <a:xfrm>
          <a:off x="0" y="0"/>
          <a:ext cx="0" cy="0"/>
          <a:chOff x="0" y="0"/>
          <a:chExt cx="0" cy="0"/>
        </a:xfrm>
      </p:grpSpPr>
      <p:sp>
        <p:nvSpPr>
          <p:cNvPr id="434" name="Google Shape;434;p4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35" name="Google Shape;435;p4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36" name="Google Shape;436;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1" Type="http://schemas.openxmlformats.org/officeDocument/2006/relationships/theme" Target="../theme/theme2.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7" name="Google Shape;7;p1"/>
          <p:cNvSpPr txBox="1"/>
          <p:nvPr>
            <p:ph type="title"/>
          </p:nvPr>
        </p:nvSpPr>
        <p:spPr>
          <a:xfrm>
            <a:off x="228600" y="85200"/>
            <a:ext cx="5236500" cy="1099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p:txBody>
      </p:sp>
      <p:sp>
        <p:nvSpPr>
          <p:cNvPr id="8" name="Google Shape;8;p1"/>
          <p:cNvSpPr txBox="1"/>
          <p:nvPr>
            <p:ph idx="2" type="body"/>
          </p:nvPr>
        </p:nvSpPr>
        <p:spPr>
          <a:xfrm>
            <a:off x="4562525" y="1518250"/>
            <a:ext cx="3880800" cy="2765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2"/>
          <p:cNvSpPr txBox="1"/>
          <p:nvPr>
            <p:ph idx="1" type="subTitle"/>
          </p:nvPr>
        </p:nvSpPr>
        <p:spPr>
          <a:xfrm>
            <a:off x="84500" y="1658125"/>
            <a:ext cx="9144000" cy="603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dk1"/>
                </a:solidFill>
                <a:latin typeface="Times New Roman"/>
                <a:ea typeface="Times New Roman"/>
                <a:cs typeface="Times New Roman"/>
                <a:sym typeface="Times New Roman"/>
              </a:rPr>
              <a:t>                                                                     </a:t>
            </a:r>
            <a:r>
              <a:rPr lang="en" sz="1600" u="sng">
                <a:solidFill>
                  <a:schemeClr val="dk1"/>
                </a:solidFill>
                <a:latin typeface="Times New Roman"/>
                <a:ea typeface="Times New Roman"/>
                <a:cs typeface="Times New Roman"/>
                <a:sym typeface="Times New Roman"/>
              </a:rPr>
              <a:t>Mentor</a:t>
            </a:r>
            <a:r>
              <a:rPr lang="en" sz="1600">
                <a:solidFill>
                  <a:schemeClr val="dk1"/>
                </a:solidFill>
                <a:latin typeface="Times New Roman"/>
                <a:ea typeface="Times New Roman"/>
                <a:cs typeface="Times New Roman"/>
                <a:sym typeface="Times New Roman"/>
              </a:rPr>
              <a:t> :</a:t>
            </a:r>
            <a:r>
              <a:rPr lang="en" sz="1400">
                <a:solidFill>
                  <a:schemeClr val="dk1"/>
                </a:solidFill>
                <a:latin typeface="Times New Roman"/>
                <a:ea typeface="Times New Roman"/>
                <a:cs typeface="Times New Roman"/>
                <a:sym typeface="Times New Roman"/>
              </a:rPr>
              <a:t>Sravani  </a:t>
            </a:r>
            <a:endParaRPr sz="14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t/>
            </a:r>
            <a:endParaRPr sz="1400">
              <a:latin typeface="Times New Roman"/>
              <a:ea typeface="Times New Roman"/>
              <a:cs typeface="Times New Roman"/>
              <a:sym typeface="Times New Roman"/>
            </a:endParaRPr>
          </a:p>
        </p:txBody>
      </p:sp>
      <p:sp>
        <p:nvSpPr>
          <p:cNvPr id="442" name="Google Shape;442;p42"/>
          <p:cNvSpPr txBox="1"/>
          <p:nvPr/>
        </p:nvSpPr>
        <p:spPr>
          <a:xfrm>
            <a:off x="130050" y="1154350"/>
            <a:ext cx="8883900" cy="339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500"/>
              </a:spcBef>
              <a:spcAft>
                <a:spcPts val="0"/>
              </a:spcAft>
              <a:buNone/>
            </a:pPr>
            <a:r>
              <a:rPr lang="en" sz="1600" u="sng">
                <a:solidFill>
                  <a:schemeClr val="dk1"/>
                </a:solidFill>
                <a:latin typeface="Times New Roman"/>
                <a:ea typeface="Times New Roman"/>
                <a:cs typeface="Times New Roman"/>
                <a:sym typeface="Times New Roman"/>
              </a:rPr>
              <a:t>TEAM MEMBERS:</a:t>
            </a:r>
            <a:endParaRPr sz="1600" u="sng">
              <a:solidFill>
                <a:schemeClr val="dk1"/>
              </a:solidFill>
              <a:latin typeface="Times New Roman"/>
              <a:ea typeface="Times New Roman"/>
              <a:cs typeface="Times New Roman"/>
              <a:sym typeface="Times New Roman"/>
            </a:endParaRPr>
          </a:p>
          <a:p>
            <a:pPr indent="0" lvl="0" marL="0" rtl="0" algn="l">
              <a:lnSpc>
                <a:spcPct val="115000"/>
              </a:lnSpc>
              <a:spcBef>
                <a:spcPts val="600"/>
              </a:spcBef>
              <a:spcAft>
                <a:spcPts val="0"/>
              </a:spcAft>
              <a:buNone/>
            </a:pPr>
            <a:r>
              <a:rPr lang="en">
                <a:solidFill>
                  <a:schemeClr val="dk1"/>
                </a:solidFill>
                <a:latin typeface="Times New Roman"/>
                <a:ea typeface="Times New Roman"/>
                <a:cs typeface="Times New Roman"/>
                <a:sym typeface="Times New Roman"/>
              </a:rPr>
              <a:t>              1.Akriti chhaya</a:t>
            </a:r>
            <a:endParaRPr>
              <a:solidFill>
                <a:schemeClr val="dk1"/>
              </a:solidFill>
              <a:latin typeface="Times New Roman"/>
              <a:ea typeface="Times New Roman"/>
              <a:cs typeface="Times New Roman"/>
              <a:sym typeface="Times New Roman"/>
            </a:endParaRPr>
          </a:p>
          <a:p>
            <a:pPr indent="0" lvl="0" marL="0" rtl="0" algn="l">
              <a:lnSpc>
                <a:spcPct val="115000"/>
              </a:lnSpc>
              <a:spcBef>
                <a:spcPts val="600"/>
              </a:spcBef>
              <a:spcAft>
                <a:spcPts val="0"/>
              </a:spcAft>
              <a:buNone/>
            </a:pPr>
            <a:r>
              <a:rPr lang="en">
                <a:solidFill>
                  <a:schemeClr val="dk1"/>
                </a:solidFill>
                <a:latin typeface="Times New Roman"/>
                <a:ea typeface="Times New Roman"/>
                <a:cs typeface="Times New Roman"/>
                <a:sym typeface="Times New Roman"/>
              </a:rPr>
              <a:t>               2.Niharika Gedela               </a:t>
            </a:r>
            <a:endParaRPr>
              <a:solidFill>
                <a:schemeClr val="dk1"/>
              </a:solidFill>
              <a:latin typeface="Times New Roman"/>
              <a:ea typeface="Times New Roman"/>
              <a:cs typeface="Times New Roman"/>
              <a:sym typeface="Times New Roman"/>
            </a:endParaRPr>
          </a:p>
          <a:p>
            <a:pPr indent="0" lvl="0" marL="0" rtl="0" algn="l">
              <a:lnSpc>
                <a:spcPct val="115000"/>
              </a:lnSpc>
              <a:spcBef>
                <a:spcPts val="600"/>
              </a:spcBef>
              <a:spcAft>
                <a:spcPts val="0"/>
              </a:spcAft>
              <a:buNone/>
            </a:pPr>
            <a:r>
              <a:rPr lang="en">
                <a:solidFill>
                  <a:schemeClr val="dk1"/>
                </a:solidFill>
                <a:latin typeface="Times New Roman"/>
                <a:ea typeface="Times New Roman"/>
                <a:cs typeface="Times New Roman"/>
                <a:sym typeface="Times New Roman"/>
              </a:rPr>
              <a:t>         </a:t>
            </a:r>
            <a:r>
              <a:rPr lang="en" sz="1600" u="sng">
                <a:solidFill>
                  <a:srgbClr val="FFFFFF"/>
                </a:solidFill>
                <a:latin typeface="Times New Roman"/>
                <a:ea typeface="Times New Roman"/>
                <a:cs typeface="Times New Roman"/>
                <a:sym typeface="Times New Roman"/>
              </a:rPr>
              <a:t>TEAM MEMBERS:</a:t>
            </a:r>
            <a:endParaRPr sz="1600" u="sng">
              <a:solidFill>
                <a:srgbClr val="FFFFFF"/>
              </a:solidFill>
              <a:latin typeface="Times New Roman"/>
              <a:ea typeface="Times New Roman"/>
              <a:cs typeface="Times New Roman"/>
              <a:sym typeface="Times New Roman"/>
            </a:endParaRPr>
          </a:p>
          <a:p>
            <a:pPr indent="0" lvl="0" marL="0" rtl="0" algn="l">
              <a:lnSpc>
                <a:spcPct val="115000"/>
              </a:lnSpc>
              <a:spcBef>
                <a:spcPts val="600"/>
              </a:spcBef>
              <a:spcAft>
                <a:spcPts val="0"/>
              </a:spcAft>
              <a:buNone/>
            </a:pPr>
            <a:r>
              <a:rPr lang="en">
                <a:solidFill>
                  <a:srgbClr val="FFFFFF"/>
                </a:solidFill>
                <a:latin typeface="Times New Roman"/>
                <a:ea typeface="Times New Roman"/>
                <a:cs typeface="Times New Roman"/>
                <a:sym typeface="Times New Roman"/>
              </a:rPr>
              <a:t>              1.Akriti chhaya</a:t>
            </a:r>
            <a:endParaRPr>
              <a:solidFill>
                <a:srgbClr val="FFFFFF"/>
              </a:solidFill>
              <a:latin typeface="Times New Roman"/>
              <a:ea typeface="Times New Roman"/>
              <a:cs typeface="Times New Roman"/>
              <a:sym typeface="Times New Roman"/>
            </a:endParaRPr>
          </a:p>
          <a:p>
            <a:pPr indent="0" lvl="0" marL="0" rtl="0" algn="l">
              <a:lnSpc>
                <a:spcPct val="115000"/>
              </a:lnSpc>
              <a:spcBef>
                <a:spcPts val="600"/>
              </a:spcBef>
              <a:spcAft>
                <a:spcPts val="0"/>
              </a:spcAft>
              <a:buNone/>
            </a:pPr>
            <a:r>
              <a:rPr lang="en">
                <a:solidFill>
                  <a:srgbClr val="FFFFFF"/>
                </a:solidFill>
                <a:latin typeface="Times New Roman"/>
                <a:ea typeface="Times New Roman"/>
                <a:cs typeface="Times New Roman"/>
                <a:sym typeface="Times New Roman"/>
              </a:rPr>
              <a:t>               2.Niharika Gedela               </a:t>
            </a:r>
            <a:endParaRPr>
              <a:solidFill>
                <a:srgbClr val="FFFFFF"/>
              </a:solidFill>
              <a:latin typeface="Times New Roman"/>
              <a:ea typeface="Times New Roman"/>
              <a:cs typeface="Times New Roman"/>
              <a:sym typeface="Times New Roman"/>
            </a:endParaRPr>
          </a:p>
          <a:p>
            <a:pPr indent="0" lvl="0" marL="0" rtl="0" algn="l">
              <a:lnSpc>
                <a:spcPct val="115000"/>
              </a:lnSpc>
              <a:spcBef>
                <a:spcPts val="600"/>
              </a:spcBef>
              <a:spcAft>
                <a:spcPts val="0"/>
              </a:spcAft>
              <a:buNone/>
            </a:pPr>
            <a:r>
              <a:rPr lang="en">
                <a:solidFill>
                  <a:srgbClr val="FFFFFF"/>
                </a:solidFill>
                <a:latin typeface="Times New Roman"/>
                <a:ea typeface="Times New Roman"/>
                <a:cs typeface="Times New Roman"/>
                <a:sym typeface="Times New Roman"/>
              </a:rPr>
              <a:t>               3.Aashritha Molleti</a:t>
            </a:r>
            <a:endParaRPr>
              <a:solidFill>
                <a:srgbClr val="FFFFFF"/>
              </a:solidFill>
              <a:latin typeface="Times New Roman"/>
              <a:ea typeface="Times New Roman"/>
              <a:cs typeface="Times New Roman"/>
              <a:sym typeface="Times New Roman"/>
            </a:endParaRPr>
          </a:p>
          <a:p>
            <a:pPr indent="0" lvl="0" marL="0" rtl="0" algn="l">
              <a:lnSpc>
                <a:spcPct val="115000"/>
              </a:lnSpc>
              <a:spcBef>
                <a:spcPts val="600"/>
              </a:spcBef>
              <a:spcAft>
                <a:spcPts val="0"/>
              </a:spcAft>
              <a:buNone/>
            </a:pPr>
            <a:r>
              <a:rPr lang="en">
                <a:solidFill>
                  <a:srgbClr val="FFFFFF"/>
                </a:solidFill>
                <a:latin typeface="Times New Roman"/>
                <a:ea typeface="Times New Roman"/>
                <a:cs typeface="Times New Roman"/>
                <a:sym typeface="Times New Roman"/>
              </a:rPr>
              <a:t>               4.Raksha sai Gowda</a:t>
            </a:r>
            <a:endParaRPr>
              <a:solidFill>
                <a:srgbClr val="FFFFFF"/>
              </a:solidFill>
              <a:latin typeface="Times New Roman"/>
              <a:ea typeface="Times New Roman"/>
              <a:cs typeface="Times New Roman"/>
              <a:sym typeface="Times New Roman"/>
            </a:endParaRPr>
          </a:p>
          <a:p>
            <a:pPr indent="0" lvl="0" marL="0" rtl="0" algn="l">
              <a:lnSpc>
                <a:spcPct val="115000"/>
              </a:lnSpc>
              <a:spcBef>
                <a:spcPts val="600"/>
              </a:spcBef>
              <a:spcAft>
                <a:spcPts val="0"/>
              </a:spcAft>
              <a:buNone/>
            </a:pPr>
            <a:r>
              <a:rPr lang="en">
                <a:solidFill>
                  <a:srgbClr val="FFFFFF"/>
                </a:solidFill>
                <a:latin typeface="Times New Roman"/>
                <a:ea typeface="Times New Roman"/>
                <a:cs typeface="Times New Roman"/>
                <a:sym typeface="Times New Roman"/>
              </a:rPr>
              <a:t>               5.Aditya Hase</a:t>
            </a:r>
            <a:endParaRPr>
              <a:solidFill>
                <a:srgbClr val="FFFFFF"/>
              </a:solidFill>
              <a:latin typeface="Times New Roman"/>
              <a:ea typeface="Times New Roman"/>
              <a:cs typeface="Times New Roman"/>
              <a:sym typeface="Times New Roman"/>
            </a:endParaRPr>
          </a:p>
          <a:p>
            <a:pPr indent="0" lvl="0" marL="0" rtl="0" algn="l">
              <a:lnSpc>
                <a:spcPct val="115000"/>
              </a:lnSpc>
              <a:spcBef>
                <a:spcPts val="600"/>
              </a:spcBef>
              <a:spcAft>
                <a:spcPts val="600"/>
              </a:spcAft>
              <a:buNone/>
            </a:pPr>
            <a:r>
              <a:rPr lang="en">
                <a:solidFill>
                  <a:schemeClr val="dk1"/>
                </a:solidFill>
                <a:latin typeface="Times New Roman"/>
                <a:ea typeface="Times New Roman"/>
                <a:cs typeface="Times New Roman"/>
                <a:sym typeface="Times New Roman"/>
              </a:rPr>
              <a:t>tha Mo,msjadhwfjcncknn</a:t>
            </a:r>
            <a:endParaRPr>
              <a:solidFill>
                <a:schemeClr val="dk1"/>
              </a:solidFill>
              <a:latin typeface="Times New Roman"/>
              <a:ea typeface="Times New Roman"/>
              <a:cs typeface="Times New Roman"/>
              <a:sym typeface="Times New Roman"/>
            </a:endParaRPr>
          </a:p>
        </p:txBody>
      </p:sp>
      <p:sp>
        <p:nvSpPr>
          <p:cNvPr id="443" name="Google Shape;443;p42"/>
          <p:cNvSpPr txBox="1"/>
          <p:nvPr/>
        </p:nvSpPr>
        <p:spPr>
          <a:xfrm>
            <a:off x="907300" y="238550"/>
            <a:ext cx="7315800" cy="756000"/>
          </a:xfrm>
          <a:prstGeom prst="rect">
            <a:avLst/>
          </a:prstGeom>
          <a:solidFill>
            <a:schemeClr val="dk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u="sng">
                <a:solidFill>
                  <a:schemeClr val="lt1"/>
                </a:solidFill>
                <a:highlight>
                  <a:schemeClr val="dk1"/>
                </a:highlight>
                <a:latin typeface="Times New Roman"/>
                <a:ea typeface="Times New Roman"/>
                <a:cs typeface="Times New Roman"/>
                <a:sym typeface="Times New Roman"/>
              </a:rPr>
              <a:t>Online Course Recommendation System </a:t>
            </a:r>
            <a:endParaRPr sz="2400" u="sng">
              <a:solidFill>
                <a:schemeClr val="lt1"/>
              </a:solidFill>
              <a:highlight>
                <a:schemeClr val="dk1"/>
              </a:highlight>
              <a:latin typeface="Times New Roman"/>
              <a:ea typeface="Times New Roman"/>
              <a:cs typeface="Times New Roman"/>
              <a:sym typeface="Times New Roman"/>
            </a:endParaRPr>
          </a:p>
        </p:txBody>
      </p:sp>
      <p:sp>
        <p:nvSpPr>
          <p:cNvPr id="444" name="Google Shape;444;p42"/>
          <p:cNvSpPr txBox="1"/>
          <p:nvPr/>
        </p:nvSpPr>
        <p:spPr>
          <a:xfrm>
            <a:off x="2281025" y="1463175"/>
            <a:ext cx="4579200" cy="43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u="sng">
                <a:solidFill>
                  <a:srgbClr val="FFFFFF"/>
                </a:solidFill>
                <a:latin typeface="Times New Roman"/>
                <a:ea typeface="Times New Roman"/>
                <a:cs typeface="Times New Roman"/>
                <a:sym typeface="Times New Roman"/>
              </a:rPr>
              <a:t>Mentor</a:t>
            </a:r>
            <a:r>
              <a:rPr lang="en" sz="1600">
                <a:solidFill>
                  <a:srgbClr val="FFFFFF"/>
                </a:solidFill>
                <a:latin typeface="Times New Roman"/>
                <a:ea typeface="Times New Roman"/>
                <a:cs typeface="Times New Roman"/>
                <a:sym typeface="Times New Roman"/>
              </a:rPr>
              <a:t> :Geethik</a:t>
            </a:r>
            <a:r>
              <a:rPr lang="en" sz="1600">
                <a:solidFill>
                  <a:srgbClr val="FFFFFF"/>
                </a:solidFill>
                <a:latin typeface="Times New Roman"/>
                <a:ea typeface="Times New Roman"/>
                <a:cs typeface="Times New Roman"/>
                <a:sym typeface="Times New Roman"/>
              </a:rPr>
              <a:t>a</a:t>
            </a:r>
            <a:r>
              <a:rPr lang="en" sz="1600">
                <a:solidFill>
                  <a:srgbClr val="FFFFFF"/>
                </a:solidFill>
                <a:latin typeface="Times New Roman"/>
                <a:ea typeface="Times New Roman"/>
                <a:cs typeface="Times New Roman"/>
                <a:sym typeface="Times New Roman"/>
              </a:rPr>
              <a:t>  </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43"/>
          <p:cNvSpPr txBox="1"/>
          <p:nvPr>
            <p:ph type="ctrTitle"/>
          </p:nvPr>
        </p:nvSpPr>
        <p:spPr>
          <a:xfrm>
            <a:off x="352075" y="354475"/>
            <a:ext cx="8632800" cy="890100"/>
          </a:xfrm>
          <a:prstGeom prst="rect">
            <a:avLst/>
          </a:prstGeom>
          <a:noFill/>
        </p:spPr>
        <p:txBody>
          <a:bodyPr anchorCtr="0" anchor="b" bIns="91425" lIns="0" spcFirstLastPara="1" rIns="91425" wrap="square" tIns="91425">
            <a:noAutofit/>
          </a:bodyPr>
          <a:lstStyle/>
          <a:p>
            <a:pPr indent="0" lvl="0" marL="0" marR="0" rtl="0" algn="l">
              <a:spcBef>
                <a:spcPts val="0"/>
              </a:spcBef>
              <a:spcAft>
                <a:spcPts val="0"/>
              </a:spcAft>
              <a:buNone/>
            </a:pPr>
            <a:r>
              <a:t/>
            </a:r>
            <a:endParaRPr sz="2400">
              <a:latin typeface="Times New Roman"/>
              <a:ea typeface="Times New Roman"/>
              <a:cs typeface="Times New Roman"/>
              <a:sym typeface="Times New Roman"/>
            </a:endParaRPr>
          </a:p>
          <a:p>
            <a:pPr indent="0" lvl="0" marL="0" marR="0" rtl="0" algn="l">
              <a:spcBef>
                <a:spcPts val="0"/>
              </a:spcBef>
              <a:spcAft>
                <a:spcPts val="0"/>
              </a:spcAft>
              <a:buNone/>
            </a:pPr>
            <a:r>
              <a:rPr lang="en" sz="2400">
                <a:latin typeface="Times New Roman"/>
                <a:ea typeface="Times New Roman"/>
                <a:cs typeface="Times New Roman"/>
                <a:sym typeface="Times New Roman"/>
              </a:rPr>
              <a:t>                                       </a:t>
            </a:r>
            <a:r>
              <a:rPr b="1" lang="en" sz="3600">
                <a:latin typeface="Times New Roman"/>
                <a:ea typeface="Times New Roman"/>
                <a:cs typeface="Times New Roman"/>
                <a:sym typeface="Times New Roman"/>
              </a:rPr>
              <a:t>Objective</a:t>
            </a:r>
            <a:endParaRPr b="1" sz="3600">
              <a:latin typeface="Times New Roman"/>
              <a:ea typeface="Times New Roman"/>
              <a:cs typeface="Times New Roman"/>
              <a:sym typeface="Times New Roman"/>
            </a:endParaRPr>
          </a:p>
        </p:txBody>
      </p:sp>
      <p:sp>
        <p:nvSpPr>
          <p:cNvPr id="450" name="Google Shape;450;p43"/>
          <p:cNvSpPr txBox="1"/>
          <p:nvPr>
            <p:ph idx="1" type="subTitle"/>
          </p:nvPr>
        </p:nvSpPr>
        <p:spPr>
          <a:xfrm>
            <a:off x="352075" y="1427550"/>
            <a:ext cx="8632800" cy="223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Times New Roman"/>
                <a:ea typeface="Times New Roman"/>
                <a:cs typeface="Times New Roman"/>
                <a:sym typeface="Times New Roman"/>
              </a:rPr>
              <a:t>To design and develop an intelligent online course recommendation system that suggests relevant courses to learners based on their preferences, engagement behavior, and course attributes using data science and machine learning techniques.</a:t>
            </a:r>
            <a:endParaRPr sz="16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4"/>
          <p:cNvSpPr txBox="1"/>
          <p:nvPr>
            <p:ph idx="1" type="subTitle"/>
          </p:nvPr>
        </p:nvSpPr>
        <p:spPr>
          <a:xfrm>
            <a:off x="77000" y="0"/>
            <a:ext cx="8755500" cy="509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id="456" name="Google Shape;456;p44"/>
          <p:cNvPicPr preferRelativeResize="0"/>
          <p:nvPr/>
        </p:nvPicPr>
        <p:blipFill>
          <a:blip r:embed="rId3">
            <a:alphaModFix/>
          </a:blip>
          <a:stretch>
            <a:fillRect/>
          </a:stretch>
        </p:blipFill>
        <p:spPr>
          <a:xfrm>
            <a:off x="0" y="0"/>
            <a:ext cx="9091476" cy="5094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45"/>
          <p:cNvSpPr txBox="1"/>
          <p:nvPr>
            <p:ph type="ctrTitle"/>
          </p:nvPr>
        </p:nvSpPr>
        <p:spPr>
          <a:xfrm>
            <a:off x="311700" y="228600"/>
            <a:ext cx="8520600" cy="616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Times New Roman"/>
                <a:ea typeface="Times New Roman"/>
                <a:cs typeface="Times New Roman"/>
                <a:sym typeface="Times New Roman"/>
              </a:rPr>
              <a:t>Statistical Summary </a:t>
            </a:r>
            <a:endParaRPr sz="2400">
              <a:latin typeface="Times New Roman"/>
              <a:ea typeface="Times New Roman"/>
              <a:cs typeface="Times New Roman"/>
              <a:sym typeface="Times New Roman"/>
            </a:endParaRPr>
          </a:p>
        </p:txBody>
      </p:sp>
      <p:pic>
        <p:nvPicPr>
          <p:cNvPr id="462" name="Google Shape;462;p45" title="Screenshot 2025-12-17 233207.png"/>
          <p:cNvPicPr preferRelativeResize="0"/>
          <p:nvPr/>
        </p:nvPicPr>
        <p:blipFill>
          <a:blip r:embed="rId3">
            <a:alphaModFix/>
          </a:blip>
          <a:stretch>
            <a:fillRect/>
          </a:stretch>
        </p:blipFill>
        <p:spPr>
          <a:xfrm>
            <a:off x="311700" y="1403500"/>
            <a:ext cx="8520599" cy="2336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46"/>
          <p:cNvSpPr txBox="1"/>
          <p:nvPr>
            <p:ph type="ctrTitle"/>
          </p:nvPr>
        </p:nvSpPr>
        <p:spPr>
          <a:xfrm>
            <a:off x="311700" y="228600"/>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400">
                <a:latin typeface="Times New Roman"/>
                <a:ea typeface="Times New Roman"/>
                <a:cs typeface="Times New Roman"/>
                <a:sym typeface="Times New Roman"/>
              </a:rPr>
              <a:t>Graph:</a:t>
            </a:r>
            <a:r>
              <a:rPr lang="en" sz="2400">
                <a:latin typeface="Times New Roman"/>
                <a:ea typeface="Times New Roman"/>
                <a:cs typeface="Times New Roman"/>
                <a:sym typeface="Times New Roman"/>
              </a:rPr>
              <a:t> Histogram with KDE for course_price</a:t>
            </a:r>
            <a:endParaRPr sz="2400">
              <a:latin typeface="Times New Roman"/>
              <a:ea typeface="Times New Roman"/>
              <a:cs typeface="Times New Roman"/>
              <a:sym typeface="Times New Roman"/>
            </a:endParaRPr>
          </a:p>
        </p:txBody>
      </p:sp>
      <p:pic>
        <p:nvPicPr>
          <p:cNvPr id="468" name="Google Shape;468;p46" title="Screenshot 2025-12-17 234905.png"/>
          <p:cNvPicPr preferRelativeResize="0"/>
          <p:nvPr/>
        </p:nvPicPr>
        <p:blipFill>
          <a:blip r:embed="rId3">
            <a:alphaModFix/>
          </a:blip>
          <a:stretch>
            <a:fillRect/>
          </a:stretch>
        </p:blipFill>
        <p:spPr>
          <a:xfrm>
            <a:off x="907300" y="920075"/>
            <a:ext cx="7315900" cy="4121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47"/>
          <p:cNvSpPr txBox="1"/>
          <p:nvPr>
            <p:ph type="ctrTitle"/>
          </p:nvPr>
        </p:nvSpPr>
        <p:spPr>
          <a:xfrm>
            <a:off x="311700" y="228600"/>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Times New Roman"/>
                <a:ea typeface="Times New Roman"/>
                <a:cs typeface="Times New Roman"/>
                <a:sym typeface="Times New Roman"/>
              </a:rPr>
              <a:t>Graph: Scatter plot (course_price vs rating)</a:t>
            </a:r>
            <a:endParaRPr sz="2400">
              <a:latin typeface="Times New Roman"/>
              <a:ea typeface="Times New Roman"/>
              <a:cs typeface="Times New Roman"/>
              <a:sym typeface="Times New Roman"/>
            </a:endParaRPr>
          </a:p>
        </p:txBody>
      </p:sp>
      <p:pic>
        <p:nvPicPr>
          <p:cNvPr id="474" name="Google Shape;474;p47" title="Screenshot 2025-12-17 235010.png"/>
          <p:cNvPicPr preferRelativeResize="0"/>
          <p:nvPr/>
        </p:nvPicPr>
        <p:blipFill>
          <a:blip r:embed="rId3">
            <a:alphaModFix/>
          </a:blip>
          <a:stretch>
            <a:fillRect/>
          </a:stretch>
        </p:blipFill>
        <p:spPr>
          <a:xfrm>
            <a:off x="907300" y="920075"/>
            <a:ext cx="7326551" cy="4121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8"/>
          <p:cNvSpPr txBox="1"/>
          <p:nvPr>
            <p:ph type="ctrTitle"/>
          </p:nvPr>
        </p:nvSpPr>
        <p:spPr>
          <a:xfrm>
            <a:off x="311700" y="228600"/>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Times New Roman"/>
                <a:ea typeface="Times New Roman"/>
                <a:cs typeface="Times New Roman"/>
                <a:sym typeface="Times New Roman"/>
              </a:rPr>
              <a:t>Graph: Difficulty Level vs Time Spent (Box Plot)</a:t>
            </a:r>
            <a:endParaRPr sz="2400">
              <a:latin typeface="Times New Roman"/>
              <a:ea typeface="Times New Roman"/>
              <a:cs typeface="Times New Roman"/>
              <a:sym typeface="Times New Roman"/>
            </a:endParaRPr>
          </a:p>
        </p:txBody>
      </p:sp>
      <p:pic>
        <p:nvPicPr>
          <p:cNvPr id="480" name="Google Shape;480;p48" title="Screenshot 2025-12-17 235140.png"/>
          <p:cNvPicPr preferRelativeResize="0"/>
          <p:nvPr/>
        </p:nvPicPr>
        <p:blipFill>
          <a:blip r:embed="rId3">
            <a:alphaModFix/>
          </a:blip>
          <a:stretch>
            <a:fillRect/>
          </a:stretch>
        </p:blipFill>
        <p:spPr>
          <a:xfrm>
            <a:off x="896650" y="920075"/>
            <a:ext cx="7326550" cy="4121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49"/>
          <p:cNvSpPr txBox="1"/>
          <p:nvPr>
            <p:ph type="ctrTitle"/>
          </p:nvPr>
        </p:nvSpPr>
        <p:spPr>
          <a:xfrm>
            <a:off x="311700" y="228600"/>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Times New Roman"/>
                <a:ea typeface="Times New Roman"/>
                <a:cs typeface="Times New Roman"/>
                <a:sym typeface="Times New Roman"/>
              </a:rPr>
              <a:t>Graph: Top 10 Instructors by Enrollment (Bar Chart)</a:t>
            </a:r>
            <a:endParaRPr sz="2400">
              <a:latin typeface="Times New Roman"/>
              <a:ea typeface="Times New Roman"/>
              <a:cs typeface="Times New Roman"/>
              <a:sym typeface="Times New Roman"/>
            </a:endParaRPr>
          </a:p>
        </p:txBody>
      </p:sp>
      <p:pic>
        <p:nvPicPr>
          <p:cNvPr id="486" name="Google Shape;486;p49" title="Screenshot 2025-12-17 235212.png"/>
          <p:cNvPicPr preferRelativeResize="0"/>
          <p:nvPr/>
        </p:nvPicPr>
        <p:blipFill>
          <a:blip r:embed="rId3">
            <a:alphaModFix/>
          </a:blip>
          <a:stretch>
            <a:fillRect/>
          </a:stretch>
        </p:blipFill>
        <p:spPr>
          <a:xfrm>
            <a:off x="907300" y="920075"/>
            <a:ext cx="7315899" cy="41105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0"/>
          <p:cNvSpPr txBox="1"/>
          <p:nvPr>
            <p:ph type="ctrTitle"/>
          </p:nvPr>
        </p:nvSpPr>
        <p:spPr>
          <a:xfrm>
            <a:off x="311700" y="228600"/>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Times New Roman"/>
                <a:ea typeface="Times New Roman"/>
                <a:cs typeface="Times New Roman"/>
                <a:sym typeface="Times New Roman"/>
              </a:rPr>
              <a:t>Graph: Correlation Heatmap (Numeric Features)</a:t>
            </a:r>
            <a:endParaRPr sz="2400">
              <a:latin typeface="Times New Roman"/>
              <a:ea typeface="Times New Roman"/>
              <a:cs typeface="Times New Roman"/>
              <a:sym typeface="Times New Roman"/>
            </a:endParaRPr>
          </a:p>
        </p:txBody>
      </p:sp>
      <p:pic>
        <p:nvPicPr>
          <p:cNvPr id="492" name="Google Shape;492;p50" title="Screenshot 2025-12-17 235259.png"/>
          <p:cNvPicPr preferRelativeResize="0"/>
          <p:nvPr/>
        </p:nvPicPr>
        <p:blipFill>
          <a:blip r:embed="rId3">
            <a:alphaModFix/>
          </a:blip>
          <a:stretch>
            <a:fillRect/>
          </a:stretch>
        </p:blipFill>
        <p:spPr>
          <a:xfrm>
            <a:off x="896650" y="920075"/>
            <a:ext cx="7337200" cy="41105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51"/>
          <p:cNvSpPr txBox="1"/>
          <p:nvPr>
            <p:ph type="ctrTitle"/>
          </p:nvPr>
        </p:nvSpPr>
        <p:spPr>
          <a:xfrm>
            <a:off x="1878775" y="44900"/>
            <a:ext cx="4876800" cy="588000"/>
          </a:xfrm>
          <a:prstGeom prst="rect">
            <a:avLst/>
          </a:prstGeom>
          <a:solidFill>
            <a:schemeClr val="lt1"/>
          </a:solidFill>
        </p:spPr>
        <p:txBody>
          <a:bodyPr anchorCtr="0" anchor="b" bIns="91425" lIns="91425" spcFirstLastPara="1" rIns="91425" wrap="square" tIns="91425">
            <a:noAutofit/>
          </a:bodyPr>
          <a:lstStyle/>
          <a:p>
            <a:pPr indent="0" lvl="0" marL="0" rtl="0" algn="l">
              <a:spcBef>
                <a:spcPts val="0"/>
              </a:spcBef>
              <a:spcAft>
                <a:spcPts val="0"/>
              </a:spcAft>
              <a:buSzPts val="990"/>
              <a:buNone/>
            </a:pPr>
            <a:r>
              <a:rPr b="1" lang="en" sz="3480"/>
              <a:t>   </a:t>
            </a:r>
            <a:r>
              <a:rPr b="1" lang="en" sz="3480">
                <a:solidFill>
                  <a:schemeClr val="accent5"/>
                </a:solidFill>
              </a:rPr>
              <a:t>🛠️ Model Building</a:t>
            </a:r>
            <a:r>
              <a:rPr b="1" lang="en" sz="3480"/>
              <a:t> </a:t>
            </a:r>
            <a:endParaRPr b="1" sz="3480"/>
          </a:p>
        </p:txBody>
      </p:sp>
      <p:sp>
        <p:nvSpPr>
          <p:cNvPr id="498" name="Google Shape;498;p51"/>
          <p:cNvSpPr txBox="1"/>
          <p:nvPr>
            <p:ph idx="1" type="subTitle"/>
          </p:nvPr>
        </p:nvSpPr>
        <p:spPr>
          <a:xfrm>
            <a:off x="0" y="633000"/>
            <a:ext cx="9144000" cy="45105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i="1" lang="en" sz="6528">
                <a:solidFill>
                  <a:schemeClr val="dk1"/>
                </a:solidFill>
              </a:rPr>
              <a:t> </a:t>
            </a:r>
            <a:r>
              <a:rPr i="1" lang="en" sz="6528">
                <a:solidFill>
                  <a:schemeClr val="dk1"/>
                </a:solidFill>
              </a:rPr>
              <a:t>Models Used:</a:t>
            </a:r>
            <a:endParaRPr i="1" sz="6528">
              <a:solidFill>
                <a:schemeClr val="dk1"/>
              </a:solidFill>
            </a:endParaRPr>
          </a:p>
          <a:p>
            <a:pPr indent="-551300" lvl="1" marL="914400" rtl="0" algn="l">
              <a:lnSpc>
                <a:spcPct val="115000"/>
              </a:lnSpc>
              <a:spcBef>
                <a:spcPts val="1200"/>
              </a:spcBef>
              <a:spcAft>
                <a:spcPts val="0"/>
              </a:spcAft>
              <a:buClr>
                <a:schemeClr val="dk1"/>
              </a:buClr>
              <a:buSzPts val="5082"/>
              <a:buChar char="○"/>
            </a:pPr>
            <a:r>
              <a:rPr lang="en" sz="5081">
                <a:solidFill>
                  <a:schemeClr val="dk1"/>
                </a:solidFill>
              </a:rPr>
              <a:t>ARIMA and SARIMA for time series forecasting</a:t>
            </a:r>
            <a:endParaRPr sz="5081">
              <a:solidFill>
                <a:schemeClr val="dk1"/>
              </a:solidFill>
            </a:endParaRPr>
          </a:p>
          <a:p>
            <a:pPr indent="-551300" lvl="1" marL="914400" rtl="0" algn="l">
              <a:lnSpc>
                <a:spcPct val="115000"/>
              </a:lnSpc>
              <a:spcBef>
                <a:spcPts val="0"/>
              </a:spcBef>
              <a:spcAft>
                <a:spcPts val="0"/>
              </a:spcAft>
              <a:buClr>
                <a:schemeClr val="dk1"/>
              </a:buClr>
              <a:buSzPts val="5082"/>
              <a:buChar char="○"/>
            </a:pPr>
            <a:r>
              <a:rPr lang="en" sz="5081">
                <a:solidFill>
                  <a:schemeClr val="dk1"/>
                </a:solidFill>
              </a:rPr>
              <a:t>XGBoost and Random </a:t>
            </a:r>
            <a:endParaRPr b="1" sz="1100">
              <a:solidFill>
                <a:schemeClr val="dk1"/>
              </a:solidFill>
            </a:endParaRPr>
          </a:p>
        </p:txBody>
      </p:sp>
      <p:sp>
        <p:nvSpPr>
          <p:cNvPr id="499" name="Google Shape;499;p51"/>
          <p:cNvSpPr txBox="1"/>
          <p:nvPr/>
        </p:nvSpPr>
        <p:spPr>
          <a:xfrm>
            <a:off x="228600" y="633000"/>
            <a:ext cx="8342700" cy="3984900"/>
          </a:xfrm>
          <a:prstGeom prst="rect">
            <a:avLst/>
          </a:prstGeom>
          <a:solidFill>
            <a:schemeClr val="dk1"/>
          </a:solid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1700">
                <a:solidFill>
                  <a:schemeClr val="lt1"/>
                </a:solidFill>
                <a:highlight>
                  <a:schemeClr val="dk1"/>
                </a:highlight>
              </a:rPr>
              <a:t>1️⃣ User-Based Collaborative Filtering</a:t>
            </a:r>
            <a:endParaRPr b="1" sz="1700">
              <a:solidFill>
                <a:schemeClr val="lt1"/>
              </a:solidFill>
              <a:highlight>
                <a:schemeClr val="dk1"/>
              </a:highlight>
            </a:endParaRPr>
          </a:p>
          <a:p>
            <a:pPr indent="0" lvl="0" marL="457200" rtl="0" algn="l">
              <a:lnSpc>
                <a:spcPct val="115000"/>
              </a:lnSpc>
              <a:spcBef>
                <a:spcPts val="1400"/>
              </a:spcBef>
              <a:spcAft>
                <a:spcPts val="0"/>
              </a:spcAft>
              <a:buClr>
                <a:schemeClr val="dk1"/>
              </a:buClr>
              <a:buSzPts val="1100"/>
              <a:buFont typeface="Arial"/>
              <a:buNone/>
            </a:pPr>
            <a:r>
              <a:rPr lang="en">
                <a:solidFill>
                  <a:schemeClr val="lt1"/>
                </a:solidFill>
                <a:highlight>
                  <a:schemeClr val="dk1"/>
                </a:highlight>
              </a:rPr>
              <a:t>User-Based Collaborative Filtering recommends courses by finding </a:t>
            </a:r>
            <a:r>
              <a:rPr b="1" lang="en">
                <a:solidFill>
                  <a:schemeClr val="lt1"/>
                </a:solidFill>
                <a:highlight>
                  <a:schemeClr val="dk1"/>
                </a:highlight>
              </a:rPr>
              <a:t>users with similar</a:t>
            </a:r>
            <a:endParaRPr b="1" sz="1800">
              <a:solidFill>
                <a:schemeClr val="lt1"/>
              </a:solidFill>
              <a:highlight>
                <a:schemeClr val="dk1"/>
              </a:highlight>
            </a:endParaRPr>
          </a:p>
          <a:p>
            <a:pPr indent="457200" lvl="0" marL="0" rtl="0" algn="l">
              <a:lnSpc>
                <a:spcPct val="115000"/>
              </a:lnSpc>
              <a:spcBef>
                <a:spcPts val="1400"/>
              </a:spcBef>
              <a:spcAft>
                <a:spcPts val="0"/>
              </a:spcAft>
              <a:buNone/>
            </a:pPr>
            <a:r>
              <a:rPr b="1" lang="en" sz="1700">
                <a:solidFill>
                  <a:schemeClr val="lt1"/>
                </a:solidFill>
              </a:rPr>
              <a:t>How it works in this project</a:t>
            </a:r>
            <a:endParaRPr b="1" sz="1700">
              <a:solidFill>
                <a:schemeClr val="lt1"/>
              </a:solidFill>
            </a:endParaRPr>
          </a:p>
          <a:p>
            <a:pPr indent="-317500" lvl="0" marL="457200" rtl="0" algn="l">
              <a:lnSpc>
                <a:spcPct val="115000"/>
              </a:lnSpc>
              <a:spcBef>
                <a:spcPts val="1200"/>
              </a:spcBef>
              <a:spcAft>
                <a:spcPts val="0"/>
              </a:spcAft>
              <a:buClr>
                <a:schemeClr val="lt1"/>
              </a:buClr>
              <a:buSzPts val="1400"/>
              <a:buChar char="●"/>
            </a:pPr>
            <a:r>
              <a:rPr lang="en">
                <a:solidFill>
                  <a:schemeClr val="lt1"/>
                </a:solidFill>
              </a:rPr>
              <a:t>Each user is represented by the set of courses they have enrolled in</a:t>
            </a:r>
            <a:endParaRPr>
              <a:solidFill>
                <a:schemeClr val="lt1"/>
              </a:solidFill>
            </a:endParaRPr>
          </a:p>
          <a:p>
            <a:pPr indent="-317500" lvl="0" marL="457200" rtl="0" algn="l">
              <a:lnSpc>
                <a:spcPct val="115000"/>
              </a:lnSpc>
              <a:spcBef>
                <a:spcPts val="0"/>
              </a:spcBef>
              <a:spcAft>
                <a:spcPts val="0"/>
              </a:spcAft>
              <a:buClr>
                <a:schemeClr val="lt1"/>
              </a:buClr>
              <a:buSzPts val="1400"/>
              <a:buChar char="●"/>
            </a:pPr>
            <a:r>
              <a:rPr lang="en">
                <a:solidFill>
                  <a:schemeClr val="lt1"/>
                </a:solidFill>
              </a:rPr>
              <a:t>Users with </a:t>
            </a:r>
            <a:r>
              <a:rPr b="1" lang="en">
                <a:solidFill>
                  <a:schemeClr val="lt1"/>
                </a:solidFill>
              </a:rPr>
              <a:t>overlapping courses</a:t>
            </a:r>
            <a:r>
              <a:rPr lang="en">
                <a:solidFill>
                  <a:schemeClr val="lt1"/>
                </a:solidFill>
              </a:rPr>
              <a:t> are considered similar</a:t>
            </a:r>
            <a:endParaRPr>
              <a:solidFill>
                <a:schemeClr val="lt1"/>
              </a:solidFill>
            </a:endParaRPr>
          </a:p>
          <a:p>
            <a:pPr indent="-317500" lvl="0" marL="457200" rtl="0" algn="l">
              <a:lnSpc>
                <a:spcPct val="115000"/>
              </a:lnSpc>
              <a:spcBef>
                <a:spcPts val="0"/>
              </a:spcBef>
              <a:spcAft>
                <a:spcPts val="0"/>
              </a:spcAft>
              <a:buClr>
                <a:schemeClr val="lt1"/>
              </a:buClr>
              <a:buSzPts val="1400"/>
              <a:buChar char="●"/>
            </a:pPr>
            <a:r>
              <a:rPr lang="en">
                <a:solidFill>
                  <a:schemeClr val="lt1"/>
                </a:solidFill>
              </a:rPr>
              <a:t>Courses taken by similar users but </a:t>
            </a:r>
            <a:r>
              <a:rPr b="1" lang="en">
                <a:solidFill>
                  <a:schemeClr val="lt1"/>
                </a:solidFill>
              </a:rPr>
              <a:t>not yet taken by the target user</a:t>
            </a:r>
            <a:r>
              <a:rPr lang="en">
                <a:solidFill>
                  <a:schemeClr val="lt1"/>
                </a:solidFill>
              </a:rPr>
              <a:t> are recommended</a:t>
            </a:r>
            <a:endParaRPr>
              <a:solidFill>
                <a:schemeClr val="lt1"/>
              </a:solidFill>
            </a:endParaRPr>
          </a:p>
          <a:p>
            <a:pPr indent="0" lvl="0" marL="0" rtl="0" algn="l">
              <a:lnSpc>
                <a:spcPct val="115000"/>
              </a:lnSpc>
              <a:spcBef>
                <a:spcPts val="1200"/>
              </a:spcBef>
              <a:spcAft>
                <a:spcPts val="0"/>
              </a:spcAft>
              <a:buNone/>
            </a:pPr>
            <a:r>
              <a:rPr lang="en" sz="1300">
                <a:solidFill>
                  <a:schemeClr val="lt1"/>
                </a:solidFill>
              </a:rPr>
              <a:t>2️⃣</a:t>
            </a:r>
            <a:r>
              <a:rPr lang="en" sz="1600">
                <a:solidFill>
                  <a:schemeClr val="lt1"/>
                </a:solidFill>
              </a:rPr>
              <a:t> </a:t>
            </a:r>
            <a:r>
              <a:rPr lang="en" sz="1700">
                <a:solidFill>
                  <a:schemeClr val="lt1"/>
                </a:solidFill>
              </a:rPr>
              <a:t>Domain-Based Content Filtering</a:t>
            </a:r>
            <a:endParaRPr sz="1700">
              <a:solidFill>
                <a:schemeClr val="lt1"/>
              </a:solidFill>
            </a:endParaRPr>
          </a:p>
          <a:p>
            <a:pPr indent="0" lvl="0" marL="0" rtl="0" algn="l">
              <a:lnSpc>
                <a:spcPct val="115000"/>
              </a:lnSpc>
              <a:spcBef>
                <a:spcPts val="1200"/>
              </a:spcBef>
              <a:spcAft>
                <a:spcPts val="0"/>
              </a:spcAft>
              <a:buNone/>
            </a:pPr>
            <a:r>
              <a:rPr lang="en" sz="1700">
                <a:solidFill>
                  <a:schemeClr val="lt1"/>
                </a:solidFill>
              </a:rPr>
              <a:t>	</a:t>
            </a:r>
            <a:r>
              <a:rPr lang="en">
                <a:solidFill>
                  <a:schemeClr val="lt1"/>
                </a:solidFill>
              </a:rPr>
              <a:t>Domain-Based Content Filtering recommends courses based on </a:t>
            </a:r>
            <a:r>
              <a:rPr b="1" lang="en">
                <a:solidFill>
                  <a:schemeClr val="lt1"/>
                </a:solidFill>
              </a:rPr>
              <a:t>course domain similarity</a:t>
            </a:r>
            <a:r>
              <a:rPr lang="en">
                <a:solidFill>
                  <a:schemeClr val="lt1"/>
                </a:solidFill>
              </a:rPr>
              <a:t>.</a:t>
            </a:r>
            <a:endParaRPr sz="2000">
              <a:solidFill>
                <a:schemeClr val="lt1"/>
              </a:solidFill>
            </a:endParaRPr>
          </a:p>
          <a:p>
            <a:pPr indent="457200" lvl="0" marL="0" rtl="0" algn="l">
              <a:lnSpc>
                <a:spcPct val="115000"/>
              </a:lnSpc>
              <a:spcBef>
                <a:spcPts val="1400"/>
              </a:spcBef>
              <a:spcAft>
                <a:spcPts val="0"/>
              </a:spcAft>
              <a:buNone/>
            </a:pPr>
            <a:r>
              <a:rPr b="1" lang="en" sz="1700">
                <a:solidFill>
                  <a:schemeClr val="lt1"/>
                </a:solidFill>
                <a:highlight>
                  <a:schemeClr val="dk1"/>
                </a:highlight>
              </a:rPr>
              <a:t>How it works in this project</a:t>
            </a:r>
            <a:endParaRPr b="1" sz="1700">
              <a:solidFill>
                <a:schemeClr val="lt1"/>
              </a:solidFill>
              <a:highlight>
                <a:schemeClr val="dk1"/>
              </a:highlight>
            </a:endParaRPr>
          </a:p>
          <a:p>
            <a:pPr indent="-317500" lvl="0" marL="457200" rtl="0" algn="l">
              <a:lnSpc>
                <a:spcPct val="115000"/>
              </a:lnSpc>
              <a:spcBef>
                <a:spcPts val="1200"/>
              </a:spcBef>
              <a:spcAft>
                <a:spcPts val="0"/>
              </a:spcAft>
              <a:buClr>
                <a:schemeClr val="lt1"/>
              </a:buClr>
              <a:buSzPts val="1400"/>
              <a:buChar char="●"/>
            </a:pPr>
            <a:r>
              <a:rPr lang="en">
                <a:solidFill>
                  <a:schemeClr val="lt1"/>
                </a:solidFill>
                <a:highlight>
                  <a:schemeClr val="dk1"/>
                </a:highlight>
              </a:rPr>
              <a:t>Course domains (Programming, DevOps, Networking, etc.) are extracted from course titles</a:t>
            </a:r>
            <a:endParaRPr>
              <a:solidFill>
                <a:schemeClr val="lt1"/>
              </a:solidFill>
              <a:highlight>
                <a:schemeClr val="dk1"/>
              </a:highlight>
            </a:endParaRPr>
          </a:p>
          <a:p>
            <a:pPr indent="-317500" lvl="0" marL="457200" rtl="0" algn="l">
              <a:lnSpc>
                <a:spcPct val="115000"/>
              </a:lnSpc>
              <a:spcBef>
                <a:spcPts val="0"/>
              </a:spcBef>
              <a:spcAft>
                <a:spcPts val="0"/>
              </a:spcAft>
              <a:buClr>
                <a:schemeClr val="lt1"/>
              </a:buClr>
              <a:buSzPts val="1400"/>
              <a:buChar char="●"/>
            </a:pPr>
            <a:r>
              <a:rPr lang="en">
                <a:solidFill>
                  <a:schemeClr val="lt1"/>
                </a:solidFill>
                <a:highlight>
                  <a:schemeClr val="dk1"/>
                </a:highlight>
              </a:rPr>
              <a:t>A user’s preferred domain is identified from their previously enrolled courses</a:t>
            </a:r>
            <a:endParaRPr>
              <a:solidFill>
                <a:schemeClr val="lt1"/>
              </a:solidFill>
              <a:highlight>
                <a:schemeClr val="dk1"/>
              </a:highlight>
            </a:endParaRPr>
          </a:p>
          <a:p>
            <a:pPr indent="-317500" lvl="0" marL="457200" rtl="0" algn="l">
              <a:lnSpc>
                <a:spcPct val="115000"/>
              </a:lnSpc>
              <a:spcBef>
                <a:spcPts val="0"/>
              </a:spcBef>
              <a:spcAft>
                <a:spcPts val="0"/>
              </a:spcAft>
              <a:buClr>
                <a:schemeClr val="lt1"/>
              </a:buClr>
              <a:buSzPts val="1400"/>
              <a:buChar char="●"/>
            </a:pPr>
            <a:r>
              <a:rPr lang="en">
                <a:solidFill>
                  <a:schemeClr val="lt1"/>
                </a:solidFill>
                <a:highlight>
                  <a:schemeClr val="dk1"/>
                </a:highlight>
              </a:rPr>
              <a:t>Only courses from the </a:t>
            </a:r>
            <a:r>
              <a:rPr b="1" lang="en">
                <a:solidFill>
                  <a:schemeClr val="lt1"/>
                </a:solidFill>
                <a:highlight>
                  <a:schemeClr val="dk1"/>
                </a:highlight>
              </a:rPr>
              <a:t>same domain</a:t>
            </a:r>
            <a:r>
              <a:rPr lang="en">
                <a:solidFill>
                  <a:schemeClr val="lt1"/>
                </a:solidFill>
                <a:highlight>
                  <a:schemeClr val="dk1"/>
                </a:highlight>
              </a:rPr>
              <a:t> are considered for recommendation</a:t>
            </a:r>
            <a:endParaRPr>
              <a:solidFill>
                <a:schemeClr val="lt1"/>
              </a:solidFill>
              <a:highlight>
                <a:schemeClr val="dk1"/>
              </a:highlight>
            </a:endParaRPr>
          </a:p>
          <a:p>
            <a:pPr indent="0" lvl="0" marL="0" rtl="0" algn="l">
              <a:spcBef>
                <a:spcPts val="1200"/>
              </a:spcBef>
              <a:spcAft>
                <a:spcPts val="0"/>
              </a:spcAft>
              <a:buNone/>
            </a:pPr>
            <a:r>
              <a:t/>
            </a:r>
            <a:endParaRPr sz="1100">
              <a:solidFill>
                <a:schemeClr val="lt1"/>
              </a:solidFill>
              <a:highlight>
                <a:schemeClr val="lt1"/>
              </a:highlight>
              <a:latin typeface="Urbanist"/>
              <a:ea typeface="Urbanist"/>
              <a:cs typeface="Urbanist"/>
              <a:sym typeface="Urbanis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52"/>
          <p:cNvSpPr txBox="1"/>
          <p:nvPr>
            <p:ph type="ctrTitle"/>
          </p:nvPr>
        </p:nvSpPr>
        <p:spPr>
          <a:xfrm>
            <a:off x="1878775" y="44900"/>
            <a:ext cx="4876800" cy="588000"/>
          </a:xfrm>
          <a:prstGeom prst="rect">
            <a:avLst/>
          </a:prstGeom>
          <a:solidFill>
            <a:schemeClr val="lt1"/>
          </a:solidFill>
        </p:spPr>
        <p:txBody>
          <a:bodyPr anchorCtr="0" anchor="b" bIns="91425" lIns="91425" spcFirstLastPara="1" rIns="91425" wrap="square" tIns="91425">
            <a:noAutofit/>
          </a:bodyPr>
          <a:lstStyle/>
          <a:p>
            <a:pPr indent="0" lvl="0" marL="0" rtl="0" algn="l">
              <a:spcBef>
                <a:spcPts val="0"/>
              </a:spcBef>
              <a:spcAft>
                <a:spcPts val="0"/>
              </a:spcAft>
              <a:buSzPts val="990"/>
              <a:buNone/>
            </a:pPr>
            <a:r>
              <a:rPr b="1" lang="en" sz="3480"/>
              <a:t>   </a:t>
            </a:r>
            <a:r>
              <a:rPr b="1" lang="en" sz="3480">
                <a:solidFill>
                  <a:schemeClr val="accent5"/>
                </a:solidFill>
              </a:rPr>
              <a:t>🛠️ Model Building</a:t>
            </a:r>
            <a:r>
              <a:rPr b="1" lang="en" sz="3480"/>
              <a:t> </a:t>
            </a:r>
            <a:endParaRPr b="1" sz="3480"/>
          </a:p>
        </p:txBody>
      </p:sp>
      <p:sp>
        <p:nvSpPr>
          <p:cNvPr id="505" name="Google Shape;505;p52"/>
          <p:cNvSpPr txBox="1"/>
          <p:nvPr>
            <p:ph idx="1" type="subTitle"/>
          </p:nvPr>
        </p:nvSpPr>
        <p:spPr>
          <a:xfrm>
            <a:off x="0" y="633000"/>
            <a:ext cx="9144000" cy="45105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i="1" lang="en" sz="6528">
                <a:solidFill>
                  <a:schemeClr val="dk1"/>
                </a:solidFill>
              </a:rPr>
              <a:t> </a:t>
            </a:r>
            <a:r>
              <a:rPr i="1" lang="en" sz="6528">
                <a:solidFill>
                  <a:schemeClr val="dk1"/>
                </a:solidFill>
              </a:rPr>
              <a:t>Models Used:</a:t>
            </a:r>
            <a:endParaRPr i="1" sz="6528">
              <a:solidFill>
                <a:schemeClr val="dk1"/>
              </a:solidFill>
            </a:endParaRPr>
          </a:p>
          <a:p>
            <a:pPr indent="-551300" lvl="1" marL="914400" rtl="0" algn="l">
              <a:lnSpc>
                <a:spcPct val="115000"/>
              </a:lnSpc>
              <a:spcBef>
                <a:spcPts val="1200"/>
              </a:spcBef>
              <a:spcAft>
                <a:spcPts val="0"/>
              </a:spcAft>
              <a:buClr>
                <a:schemeClr val="dk1"/>
              </a:buClr>
              <a:buSzPts val="5082"/>
              <a:buChar char="○"/>
            </a:pPr>
            <a:r>
              <a:rPr lang="en" sz="5081">
                <a:solidFill>
                  <a:schemeClr val="dk1"/>
                </a:solidFill>
              </a:rPr>
              <a:t>ARIMA and SARIMA for time series forecasting</a:t>
            </a:r>
            <a:endParaRPr sz="5081">
              <a:solidFill>
                <a:schemeClr val="dk1"/>
              </a:solidFill>
            </a:endParaRPr>
          </a:p>
          <a:p>
            <a:pPr indent="-551300" lvl="1" marL="914400" rtl="0" algn="l">
              <a:lnSpc>
                <a:spcPct val="115000"/>
              </a:lnSpc>
              <a:spcBef>
                <a:spcPts val="0"/>
              </a:spcBef>
              <a:spcAft>
                <a:spcPts val="0"/>
              </a:spcAft>
              <a:buClr>
                <a:schemeClr val="dk1"/>
              </a:buClr>
              <a:buSzPts val="5082"/>
              <a:buChar char="○"/>
            </a:pPr>
            <a:r>
              <a:rPr lang="en" sz="5081">
                <a:solidFill>
                  <a:schemeClr val="dk1"/>
                </a:solidFill>
              </a:rPr>
              <a:t>XGBoost and Random </a:t>
            </a:r>
            <a:endParaRPr b="1" sz="1100">
              <a:solidFill>
                <a:schemeClr val="dk1"/>
              </a:solidFill>
            </a:endParaRPr>
          </a:p>
        </p:txBody>
      </p:sp>
      <p:sp>
        <p:nvSpPr>
          <p:cNvPr id="506" name="Google Shape;506;p52"/>
          <p:cNvSpPr txBox="1"/>
          <p:nvPr/>
        </p:nvSpPr>
        <p:spPr>
          <a:xfrm>
            <a:off x="284725" y="633000"/>
            <a:ext cx="8342700" cy="3984900"/>
          </a:xfrm>
          <a:prstGeom prst="rect">
            <a:avLst/>
          </a:prstGeom>
          <a:solidFill>
            <a:schemeClr val="dk1"/>
          </a:solid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1700">
                <a:solidFill>
                  <a:schemeClr val="lt1"/>
                </a:solidFill>
                <a:highlight>
                  <a:schemeClr val="dk1"/>
                </a:highlight>
              </a:rPr>
              <a:t>3️⃣ Two-Stage Hybrid Recommendation Model</a:t>
            </a:r>
            <a:endParaRPr b="1" sz="1700">
              <a:solidFill>
                <a:schemeClr val="lt1"/>
              </a:solidFill>
              <a:highlight>
                <a:schemeClr val="dk1"/>
              </a:highlight>
            </a:endParaRPr>
          </a:p>
          <a:p>
            <a:pPr indent="0" lvl="0" marL="457200" rtl="0" algn="l">
              <a:lnSpc>
                <a:spcPct val="115000"/>
              </a:lnSpc>
              <a:spcBef>
                <a:spcPts val="1400"/>
              </a:spcBef>
              <a:spcAft>
                <a:spcPts val="0"/>
              </a:spcAft>
              <a:buClr>
                <a:schemeClr val="dk1"/>
              </a:buClr>
              <a:buSzPts val="1100"/>
              <a:buFont typeface="Arial"/>
              <a:buNone/>
            </a:pPr>
            <a:r>
              <a:rPr lang="en" sz="1300">
                <a:solidFill>
                  <a:schemeClr val="lt1"/>
                </a:solidFill>
              </a:rPr>
              <a:t>A Hybrid Recommendation Model that </a:t>
            </a:r>
            <a:r>
              <a:rPr b="1" lang="en" sz="1300">
                <a:solidFill>
                  <a:schemeClr val="lt1"/>
                </a:solidFill>
              </a:rPr>
              <a:t>combines multiple techniques</a:t>
            </a:r>
            <a:r>
              <a:rPr lang="en" sz="1300">
                <a:solidFill>
                  <a:schemeClr val="lt1"/>
                </a:solidFill>
              </a:rPr>
              <a:t> to improve recommendation quality.</a:t>
            </a:r>
            <a:endParaRPr b="1" sz="1700">
              <a:solidFill>
                <a:schemeClr val="lt1"/>
              </a:solidFill>
              <a:highlight>
                <a:schemeClr val="dk1"/>
              </a:highlight>
            </a:endParaRPr>
          </a:p>
          <a:p>
            <a:pPr indent="457200" lvl="0" marL="0" rtl="0" algn="l">
              <a:lnSpc>
                <a:spcPct val="115000"/>
              </a:lnSpc>
              <a:spcBef>
                <a:spcPts val="1400"/>
              </a:spcBef>
              <a:spcAft>
                <a:spcPts val="0"/>
              </a:spcAft>
              <a:buNone/>
            </a:pPr>
            <a:r>
              <a:rPr b="1" lang="en" sz="1700">
                <a:solidFill>
                  <a:schemeClr val="lt1"/>
                </a:solidFill>
              </a:rPr>
              <a:t>How it works in this project</a:t>
            </a:r>
            <a:endParaRPr b="1" sz="1700">
              <a:solidFill>
                <a:schemeClr val="lt1"/>
              </a:solidFill>
            </a:endParaRPr>
          </a:p>
          <a:p>
            <a:pPr indent="0" lvl="0" marL="0" rtl="0" algn="l">
              <a:lnSpc>
                <a:spcPct val="115000"/>
              </a:lnSpc>
              <a:spcBef>
                <a:spcPts val="1200"/>
              </a:spcBef>
              <a:spcAft>
                <a:spcPts val="0"/>
              </a:spcAft>
              <a:buNone/>
            </a:pPr>
            <a:r>
              <a:rPr b="1" lang="en">
                <a:solidFill>
                  <a:schemeClr val="lt1"/>
                </a:solidFill>
                <a:highlight>
                  <a:schemeClr val="dk1"/>
                </a:highlight>
              </a:rPr>
              <a:t>Stage 1 – Domain-Based Filtering (Primary – 85%)</a:t>
            </a:r>
            <a:endParaRPr b="1">
              <a:solidFill>
                <a:schemeClr val="lt1"/>
              </a:solidFill>
              <a:highlight>
                <a:schemeClr val="dk1"/>
              </a:highlight>
            </a:endParaRPr>
          </a:p>
          <a:p>
            <a:pPr indent="-317500" lvl="0" marL="457200" rtl="0" algn="l">
              <a:lnSpc>
                <a:spcPct val="115000"/>
              </a:lnSpc>
              <a:spcBef>
                <a:spcPts val="1200"/>
              </a:spcBef>
              <a:spcAft>
                <a:spcPts val="0"/>
              </a:spcAft>
              <a:buClr>
                <a:schemeClr val="lt1"/>
              </a:buClr>
              <a:buSzPts val="1400"/>
              <a:buChar char="●"/>
            </a:pPr>
            <a:r>
              <a:rPr lang="en">
                <a:solidFill>
                  <a:schemeClr val="lt1"/>
                </a:solidFill>
                <a:highlight>
                  <a:schemeClr val="dk1"/>
                </a:highlight>
              </a:rPr>
              <a:t>Recommends courses from the same domain as the user’s past enrollments</a:t>
            </a:r>
            <a:endParaRPr>
              <a:solidFill>
                <a:schemeClr val="lt1"/>
              </a:solidFill>
              <a:highlight>
                <a:schemeClr val="dk1"/>
              </a:highlight>
            </a:endParaRPr>
          </a:p>
          <a:p>
            <a:pPr indent="0" lvl="0" marL="0" rtl="0" algn="l">
              <a:lnSpc>
                <a:spcPct val="115000"/>
              </a:lnSpc>
              <a:spcBef>
                <a:spcPts val="1200"/>
              </a:spcBef>
              <a:spcAft>
                <a:spcPts val="0"/>
              </a:spcAft>
              <a:buNone/>
            </a:pPr>
            <a:r>
              <a:rPr b="1" lang="en" sz="1500">
                <a:solidFill>
                  <a:schemeClr val="lt1"/>
                </a:solidFill>
                <a:highlight>
                  <a:schemeClr val="dk1"/>
                </a:highlight>
              </a:rPr>
              <a:t>Stage 2 – Collaborative Filtering (Secondary – 15%)</a:t>
            </a:r>
            <a:endParaRPr b="1" sz="1500">
              <a:solidFill>
                <a:schemeClr val="lt1"/>
              </a:solidFill>
              <a:highlight>
                <a:schemeClr val="dk1"/>
              </a:highlight>
            </a:endParaRPr>
          </a:p>
          <a:p>
            <a:pPr indent="-317500" lvl="0" marL="457200" rtl="0" algn="l">
              <a:lnSpc>
                <a:spcPct val="115000"/>
              </a:lnSpc>
              <a:spcBef>
                <a:spcPts val="1200"/>
              </a:spcBef>
              <a:spcAft>
                <a:spcPts val="0"/>
              </a:spcAft>
              <a:buClr>
                <a:schemeClr val="lt1"/>
              </a:buClr>
              <a:buSzPts val="1400"/>
              <a:buChar char="●"/>
            </a:pPr>
            <a:r>
              <a:rPr lang="en">
                <a:solidFill>
                  <a:schemeClr val="lt1"/>
                </a:solidFill>
                <a:highlight>
                  <a:schemeClr val="dk1"/>
                </a:highlight>
              </a:rPr>
              <a:t>Adds courses preferred by similar users</a:t>
            </a:r>
            <a:endParaRPr>
              <a:solidFill>
                <a:schemeClr val="lt1"/>
              </a:solidFill>
              <a:highlight>
                <a:schemeClr val="dk1"/>
              </a:highlight>
            </a:endParaRPr>
          </a:p>
          <a:p>
            <a:pPr indent="-317500" lvl="0" marL="457200" rtl="0" algn="l">
              <a:lnSpc>
                <a:spcPct val="115000"/>
              </a:lnSpc>
              <a:spcBef>
                <a:spcPts val="0"/>
              </a:spcBef>
              <a:spcAft>
                <a:spcPts val="0"/>
              </a:spcAft>
              <a:buClr>
                <a:schemeClr val="lt1"/>
              </a:buClr>
              <a:buSzPts val="1400"/>
              <a:buChar char="●"/>
            </a:pPr>
            <a:r>
              <a:rPr lang="en">
                <a:solidFill>
                  <a:schemeClr val="lt1"/>
                </a:solidFill>
                <a:highlight>
                  <a:schemeClr val="dk1"/>
                </a:highlight>
              </a:rPr>
              <a:t>Appears only after domain-based results</a:t>
            </a:r>
            <a:endParaRPr>
              <a:solidFill>
                <a:schemeClr val="lt1"/>
              </a:solidFill>
              <a:highlight>
                <a:schemeClr val="dk1"/>
              </a:highlight>
            </a:endParaRPr>
          </a:p>
          <a:p>
            <a:pPr indent="0" lvl="0" marL="0" rtl="0" algn="l">
              <a:lnSpc>
                <a:spcPct val="115000"/>
              </a:lnSpc>
              <a:spcBef>
                <a:spcPts val="1800"/>
              </a:spcBef>
              <a:spcAft>
                <a:spcPts val="0"/>
              </a:spcAft>
              <a:buNone/>
            </a:pPr>
            <a:r>
              <a:rPr b="1" lang="en" sz="1700">
                <a:solidFill>
                  <a:schemeClr val="lt1"/>
                </a:solidFill>
              </a:rPr>
              <a:t>4️⃣ Ranking Strategy</a:t>
            </a:r>
            <a:endParaRPr b="1" sz="1300">
              <a:solidFill>
                <a:schemeClr val="lt1"/>
              </a:solidFill>
            </a:endParaRPr>
          </a:p>
          <a:p>
            <a:pPr indent="0" lvl="0" marL="0" rtl="0" algn="l">
              <a:lnSpc>
                <a:spcPct val="115000"/>
              </a:lnSpc>
              <a:spcBef>
                <a:spcPts val="1800"/>
              </a:spcBef>
              <a:spcAft>
                <a:spcPts val="0"/>
              </a:spcAft>
              <a:buNone/>
            </a:pPr>
            <a:r>
              <a:rPr lang="en">
                <a:solidFill>
                  <a:schemeClr val="lt1"/>
                </a:solidFill>
              </a:rPr>
              <a:t>Courses are ranked using:</a:t>
            </a:r>
            <a:r>
              <a:rPr b="1" lang="en">
                <a:solidFill>
                  <a:schemeClr val="lt1"/>
                </a:solidFill>
              </a:rPr>
              <a:t>S</a:t>
            </a:r>
            <a:r>
              <a:rPr b="1" lang="en">
                <a:solidFill>
                  <a:schemeClr val="lt1"/>
                </a:solidFill>
              </a:rPr>
              <a:t>c</a:t>
            </a:r>
            <a:r>
              <a:rPr b="1" lang="en">
                <a:solidFill>
                  <a:schemeClr val="lt1"/>
                </a:solidFill>
              </a:rPr>
              <a:t>ore = Rating × log(Enrollment + 1)</a:t>
            </a:r>
            <a:endParaRPr b="1">
              <a:solidFill>
                <a:schemeClr val="lt1"/>
              </a:solidFill>
            </a:endParaRPr>
          </a:p>
          <a:p>
            <a:pPr indent="0" lvl="0" marL="0" rtl="0" algn="l">
              <a:lnSpc>
                <a:spcPct val="115000"/>
              </a:lnSpc>
              <a:spcBef>
                <a:spcPts val="1200"/>
              </a:spcBef>
              <a:spcAft>
                <a:spcPts val="0"/>
              </a:spcAft>
              <a:buNone/>
            </a:pPr>
            <a:r>
              <a:t/>
            </a:r>
            <a:endParaRPr sz="1100">
              <a:solidFill>
                <a:schemeClr val="lt1"/>
              </a:solidFill>
              <a:highlight>
                <a:schemeClr val="dk1"/>
              </a:highlight>
            </a:endParaRPr>
          </a:p>
          <a:p>
            <a:pPr indent="0" lvl="0" marL="457200" rtl="0" algn="l">
              <a:lnSpc>
                <a:spcPct val="115000"/>
              </a:lnSpc>
              <a:spcBef>
                <a:spcPts val="1200"/>
              </a:spcBef>
              <a:spcAft>
                <a:spcPts val="0"/>
              </a:spcAft>
              <a:buNone/>
            </a:pPr>
            <a:r>
              <a:t/>
            </a:r>
            <a:endParaRPr sz="1100">
              <a:solidFill>
                <a:schemeClr val="lt1"/>
              </a:solidFill>
              <a:highlight>
                <a:schemeClr val="dk1"/>
              </a:highlight>
            </a:endParaRPr>
          </a:p>
          <a:p>
            <a:pPr indent="0" lvl="0" marL="0" rtl="0" algn="l">
              <a:spcBef>
                <a:spcPts val="1200"/>
              </a:spcBef>
              <a:spcAft>
                <a:spcPts val="0"/>
              </a:spcAft>
              <a:buNone/>
            </a:pPr>
            <a:r>
              <a:t/>
            </a:r>
            <a:endParaRPr sz="1100">
              <a:solidFill>
                <a:schemeClr val="lt1"/>
              </a:solidFill>
              <a:highlight>
                <a:schemeClr val="lt1"/>
              </a:highlight>
              <a:latin typeface="Urbanist"/>
              <a:ea typeface="Urbanist"/>
              <a:cs typeface="Urbanist"/>
              <a:sym typeface="Urbanis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53"/>
          <p:cNvSpPr txBox="1"/>
          <p:nvPr/>
        </p:nvSpPr>
        <p:spPr>
          <a:xfrm>
            <a:off x="135300" y="626863"/>
            <a:ext cx="8779500" cy="467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solidFill>
                  <a:schemeClr val="lt1"/>
                </a:solidFill>
              </a:rPr>
              <a:t>The objective of deployment is to make the recommendation system:</a:t>
            </a:r>
            <a:endParaRPr>
              <a:solidFill>
                <a:schemeClr val="lt1"/>
              </a:solidFill>
            </a:endParaRPr>
          </a:p>
          <a:p>
            <a:pPr indent="-323850" lvl="0" marL="457200" rtl="0" algn="l">
              <a:lnSpc>
                <a:spcPct val="115000"/>
              </a:lnSpc>
              <a:spcBef>
                <a:spcPts val="1200"/>
              </a:spcBef>
              <a:spcAft>
                <a:spcPts val="0"/>
              </a:spcAft>
              <a:buClr>
                <a:schemeClr val="lt1"/>
              </a:buClr>
              <a:buSzPts val="1500"/>
              <a:buChar char="●"/>
            </a:pPr>
            <a:r>
              <a:rPr lang="en" sz="1500">
                <a:solidFill>
                  <a:schemeClr val="lt1"/>
                </a:solidFill>
              </a:rPr>
              <a:t>Interactive</a:t>
            </a:r>
            <a:endParaRPr sz="1500">
              <a:solidFill>
                <a:schemeClr val="lt1"/>
              </a:solidFill>
            </a:endParaRPr>
          </a:p>
          <a:p>
            <a:pPr indent="-323850" lvl="0" marL="457200" rtl="0" algn="l">
              <a:lnSpc>
                <a:spcPct val="115000"/>
              </a:lnSpc>
              <a:spcBef>
                <a:spcPts val="0"/>
              </a:spcBef>
              <a:spcAft>
                <a:spcPts val="0"/>
              </a:spcAft>
              <a:buClr>
                <a:schemeClr val="lt1"/>
              </a:buClr>
              <a:buSzPts val="1500"/>
              <a:buChar char="●"/>
            </a:pPr>
            <a:r>
              <a:rPr lang="en" sz="1500">
                <a:solidFill>
                  <a:schemeClr val="lt1"/>
                </a:solidFill>
              </a:rPr>
              <a:t>User-friendly</a:t>
            </a:r>
            <a:endParaRPr sz="1500">
              <a:solidFill>
                <a:schemeClr val="lt1"/>
              </a:solidFill>
            </a:endParaRPr>
          </a:p>
          <a:p>
            <a:pPr indent="-298450" lvl="0" marL="457200" rtl="0" algn="l">
              <a:lnSpc>
                <a:spcPct val="115000"/>
              </a:lnSpc>
              <a:spcBef>
                <a:spcPts val="0"/>
              </a:spcBef>
              <a:spcAft>
                <a:spcPts val="0"/>
              </a:spcAft>
              <a:buClr>
                <a:schemeClr val="lt1"/>
              </a:buClr>
              <a:buSzPts val="1100"/>
              <a:buChar char="●"/>
            </a:pPr>
            <a:r>
              <a:rPr lang="en" sz="1500">
                <a:solidFill>
                  <a:schemeClr val="lt1"/>
                </a:solidFill>
              </a:rPr>
              <a:t>Accessible in real time</a:t>
            </a:r>
            <a:endParaRPr sz="1100">
              <a:solidFill>
                <a:schemeClr val="lt1"/>
              </a:solidFill>
            </a:endParaRPr>
          </a:p>
          <a:p>
            <a:pPr indent="0" lvl="0" marL="0" rtl="0" algn="l">
              <a:lnSpc>
                <a:spcPct val="115000"/>
              </a:lnSpc>
              <a:spcBef>
                <a:spcPts val="1200"/>
              </a:spcBef>
              <a:spcAft>
                <a:spcPts val="0"/>
              </a:spcAft>
              <a:buNone/>
            </a:pPr>
            <a:r>
              <a:rPr lang="en">
                <a:solidFill>
                  <a:schemeClr val="lt1"/>
                </a:solidFill>
              </a:rPr>
              <a:t>Th</a:t>
            </a:r>
            <a:r>
              <a:rPr lang="en">
                <a:solidFill>
                  <a:schemeClr val="lt1"/>
                </a:solidFill>
              </a:rPr>
              <a:t>e trained recommendation logic is deployed as a </a:t>
            </a:r>
            <a:r>
              <a:rPr b="1" lang="en">
                <a:solidFill>
                  <a:schemeClr val="lt1"/>
                </a:solidFill>
              </a:rPr>
              <a:t>web application</a:t>
            </a:r>
            <a:r>
              <a:rPr lang="en">
                <a:solidFill>
                  <a:schemeClr val="lt1"/>
                </a:solidFill>
              </a:rPr>
              <a:t> using </a:t>
            </a:r>
            <a:r>
              <a:rPr b="1" lang="en">
                <a:solidFill>
                  <a:schemeClr val="lt1"/>
                </a:solidFill>
              </a:rPr>
              <a:t>Streamlit</a:t>
            </a:r>
            <a:r>
              <a:rPr lang="en">
                <a:solidFill>
                  <a:schemeClr val="lt1"/>
                </a:solidFill>
              </a:rPr>
              <a:t>.</a:t>
            </a:r>
            <a:endParaRPr sz="1100">
              <a:solidFill>
                <a:schemeClr val="lt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lt1"/>
                </a:solidFill>
              </a:rPr>
              <a:t>User Interaction Flow</a:t>
            </a:r>
            <a:endParaRPr b="1" sz="1700">
              <a:solidFill>
                <a:schemeClr val="lt1"/>
              </a:solidFill>
            </a:endParaRPr>
          </a:p>
          <a:p>
            <a:pPr indent="0" lvl="0" marL="0" rtl="0" algn="l">
              <a:lnSpc>
                <a:spcPct val="115000"/>
              </a:lnSpc>
              <a:spcBef>
                <a:spcPts val="1400"/>
              </a:spcBef>
              <a:spcAft>
                <a:spcPts val="0"/>
              </a:spcAft>
              <a:buClr>
                <a:schemeClr val="dk1"/>
              </a:buClr>
              <a:buSzPts val="1100"/>
              <a:buFont typeface="Arial"/>
              <a:buNone/>
            </a:pPr>
            <a:r>
              <a:rPr b="1" lang="en" sz="1500">
                <a:solidFill>
                  <a:schemeClr val="lt1"/>
                </a:solidFill>
              </a:rPr>
              <a:t>Step-by-Step Process</a:t>
            </a:r>
            <a:endParaRPr b="1" sz="1500">
              <a:solidFill>
                <a:schemeClr val="lt1"/>
              </a:solidFill>
            </a:endParaRPr>
          </a:p>
          <a:p>
            <a:pPr indent="-317500" lvl="0" marL="457200" rtl="0" algn="l">
              <a:lnSpc>
                <a:spcPct val="115000"/>
              </a:lnSpc>
              <a:spcBef>
                <a:spcPts val="1200"/>
              </a:spcBef>
              <a:spcAft>
                <a:spcPts val="0"/>
              </a:spcAft>
              <a:buClr>
                <a:schemeClr val="lt1"/>
              </a:buClr>
              <a:buSzPts val="1400"/>
              <a:buAutoNum type="arabicPeriod"/>
            </a:pPr>
            <a:r>
              <a:rPr lang="en">
                <a:solidFill>
                  <a:schemeClr val="lt1"/>
                </a:solidFill>
              </a:rPr>
              <a:t>User selects </a:t>
            </a:r>
            <a:r>
              <a:rPr b="1" lang="en">
                <a:solidFill>
                  <a:schemeClr val="lt1"/>
                </a:solidFill>
              </a:rPr>
              <a:t>User ID</a:t>
            </a:r>
            <a:r>
              <a:rPr lang="en">
                <a:solidFill>
                  <a:schemeClr val="lt1"/>
                </a:solidFill>
              </a:rPr>
              <a:t> from the sidebar</a:t>
            </a:r>
            <a:endParaRPr>
              <a:solidFill>
                <a:schemeClr val="lt1"/>
              </a:solidFill>
            </a:endParaRPr>
          </a:p>
          <a:p>
            <a:pPr indent="-317500" lvl="0" marL="457200" rtl="0" algn="l">
              <a:lnSpc>
                <a:spcPct val="115000"/>
              </a:lnSpc>
              <a:spcBef>
                <a:spcPts val="0"/>
              </a:spcBef>
              <a:spcAft>
                <a:spcPts val="0"/>
              </a:spcAft>
              <a:buClr>
                <a:schemeClr val="lt1"/>
              </a:buClr>
              <a:buSzPts val="1400"/>
              <a:buAutoNum type="arabicPeriod"/>
            </a:pPr>
            <a:r>
              <a:rPr lang="en">
                <a:solidFill>
                  <a:schemeClr val="lt1"/>
                </a:solidFill>
              </a:rPr>
              <a:t>Previously enrolled courses are displayed</a:t>
            </a:r>
            <a:endParaRPr>
              <a:solidFill>
                <a:schemeClr val="lt1"/>
              </a:solidFill>
            </a:endParaRPr>
          </a:p>
          <a:p>
            <a:pPr indent="-317500" lvl="0" marL="457200" rtl="0" algn="l">
              <a:lnSpc>
                <a:spcPct val="115000"/>
              </a:lnSpc>
              <a:spcBef>
                <a:spcPts val="0"/>
              </a:spcBef>
              <a:spcAft>
                <a:spcPts val="0"/>
              </a:spcAft>
              <a:buClr>
                <a:schemeClr val="lt1"/>
              </a:buClr>
              <a:buSzPts val="1400"/>
              <a:buAutoNum type="arabicPeriod"/>
            </a:pPr>
            <a:r>
              <a:rPr lang="en">
                <a:solidFill>
                  <a:schemeClr val="lt1"/>
                </a:solidFill>
              </a:rPr>
              <a:t>User selects number of recommendations (1–10)</a:t>
            </a:r>
            <a:endParaRPr>
              <a:solidFill>
                <a:schemeClr val="lt1"/>
              </a:solidFill>
            </a:endParaRPr>
          </a:p>
          <a:p>
            <a:pPr indent="-317500" lvl="0" marL="457200" rtl="0" algn="l">
              <a:lnSpc>
                <a:spcPct val="115000"/>
              </a:lnSpc>
              <a:spcBef>
                <a:spcPts val="0"/>
              </a:spcBef>
              <a:spcAft>
                <a:spcPts val="0"/>
              </a:spcAft>
              <a:buClr>
                <a:schemeClr val="lt1"/>
              </a:buClr>
              <a:buSzPts val="1400"/>
              <a:buAutoNum type="arabicPeriod"/>
            </a:pPr>
            <a:r>
              <a:rPr lang="en">
                <a:solidFill>
                  <a:schemeClr val="lt1"/>
                </a:solidFill>
              </a:rPr>
              <a:t>System generates recommendations using hybrid model</a:t>
            </a:r>
            <a:endParaRPr>
              <a:solidFill>
                <a:schemeClr val="lt1"/>
              </a:solidFill>
            </a:endParaRPr>
          </a:p>
          <a:p>
            <a:pPr indent="-298450" lvl="0" marL="457200" rtl="0" algn="l">
              <a:lnSpc>
                <a:spcPct val="115000"/>
              </a:lnSpc>
              <a:spcBef>
                <a:spcPts val="0"/>
              </a:spcBef>
              <a:spcAft>
                <a:spcPts val="0"/>
              </a:spcAft>
              <a:buClr>
                <a:schemeClr val="lt1"/>
              </a:buClr>
              <a:buSzPts val="1100"/>
              <a:buAutoNum type="arabicPeriod"/>
            </a:pPr>
            <a:r>
              <a:rPr lang="en">
                <a:solidFill>
                  <a:schemeClr val="lt1"/>
                </a:solidFill>
              </a:rPr>
              <a:t>Results are displayed in ranked order</a:t>
            </a:r>
            <a:br>
              <a:rPr lang="en" sz="1100">
                <a:solidFill>
                  <a:schemeClr val="lt1"/>
                </a:solidFill>
              </a:rPr>
            </a:br>
            <a:endParaRPr sz="1100">
              <a:solidFill>
                <a:schemeClr val="lt1"/>
              </a:solidFill>
            </a:endParaRPr>
          </a:p>
          <a:p>
            <a:pPr indent="0" lvl="0" marL="457200" rtl="0" algn="l">
              <a:lnSpc>
                <a:spcPct val="115000"/>
              </a:lnSpc>
              <a:spcBef>
                <a:spcPts val="1200"/>
              </a:spcBef>
              <a:spcAft>
                <a:spcPts val="1200"/>
              </a:spcAft>
              <a:buNone/>
            </a:pPr>
            <a:r>
              <a:t/>
            </a:r>
            <a:endParaRPr sz="1100">
              <a:solidFill>
                <a:schemeClr val="lt1"/>
              </a:solidFill>
            </a:endParaRPr>
          </a:p>
        </p:txBody>
      </p:sp>
      <p:sp>
        <p:nvSpPr>
          <p:cNvPr id="512" name="Google Shape;512;p53"/>
          <p:cNvSpPr txBox="1"/>
          <p:nvPr/>
        </p:nvSpPr>
        <p:spPr>
          <a:xfrm>
            <a:off x="1467125" y="199138"/>
            <a:ext cx="10800" cy="12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2"/>
              </a:solidFill>
            </a:endParaRPr>
          </a:p>
        </p:txBody>
      </p:sp>
      <p:sp>
        <p:nvSpPr>
          <p:cNvPr id="513" name="Google Shape;513;p53"/>
          <p:cNvSpPr txBox="1"/>
          <p:nvPr/>
        </p:nvSpPr>
        <p:spPr>
          <a:xfrm>
            <a:off x="1560500" y="93313"/>
            <a:ext cx="4640400" cy="5988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accent6"/>
                </a:solidFill>
              </a:rPr>
              <a:t>🖥️</a:t>
            </a:r>
            <a:r>
              <a:rPr b="1" lang="en" sz="2300">
                <a:solidFill>
                  <a:srgbClr val="FFD966"/>
                </a:solidFill>
              </a:rPr>
              <a:t> Model Deployment Overview </a:t>
            </a:r>
            <a:endParaRPr b="1" sz="2300">
              <a:solidFill>
                <a:srgbClr val="FFD966"/>
              </a:solidFill>
            </a:endParaRPr>
          </a:p>
        </p:txBody>
      </p:sp>
      <p:graphicFrame>
        <p:nvGraphicFramePr>
          <p:cNvPr id="514" name="Google Shape;514;p53"/>
          <p:cNvGraphicFramePr/>
          <p:nvPr/>
        </p:nvGraphicFramePr>
        <p:xfrm>
          <a:off x="5428300" y="2468888"/>
          <a:ext cx="3000000" cy="3000000"/>
        </p:xfrm>
        <a:graphic>
          <a:graphicData uri="http://schemas.openxmlformats.org/drawingml/2006/table">
            <a:tbl>
              <a:tblPr>
                <a:noFill/>
                <a:tableStyleId>{9E42D834-5D49-44A8-B4AC-25845448C103}</a:tableStyleId>
              </a:tblPr>
              <a:tblGrid>
                <a:gridCol w="1729025"/>
                <a:gridCol w="1876200"/>
              </a:tblGrid>
              <a:tr h="210650">
                <a:tc>
                  <a:txBody>
                    <a:bodyPr/>
                    <a:lstStyle/>
                    <a:p>
                      <a:pPr indent="0" lvl="0" marL="0" rtl="0" algn="ctr">
                        <a:lnSpc>
                          <a:spcPct val="115000"/>
                        </a:lnSpc>
                        <a:spcBef>
                          <a:spcPts val="0"/>
                        </a:spcBef>
                        <a:spcAft>
                          <a:spcPts val="0"/>
                        </a:spcAft>
                        <a:buNone/>
                      </a:pPr>
                      <a:r>
                        <a:rPr b="1" lang="en" sz="1100">
                          <a:solidFill>
                            <a:schemeClr val="lt1"/>
                          </a:solidFill>
                          <a:highlight>
                            <a:schemeClr val="dk1"/>
                          </a:highlight>
                        </a:rPr>
                        <a:t>Layer</a:t>
                      </a:r>
                      <a:endParaRPr b="1" sz="1100">
                        <a:solidFill>
                          <a:schemeClr val="lt1"/>
                        </a:solidFill>
                        <a:highlight>
                          <a:schemeClr val="dk1"/>
                        </a:highlight>
                      </a:endParaRPr>
                    </a:p>
                  </a:txBody>
                  <a:tcPr marT="91425" marB="91425" marR="91425" marL="91425"/>
                </a:tc>
                <a:tc>
                  <a:txBody>
                    <a:bodyPr/>
                    <a:lstStyle/>
                    <a:p>
                      <a:pPr indent="0" lvl="0" marL="0" rtl="0" algn="ctr">
                        <a:lnSpc>
                          <a:spcPct val="115000"/>
                        </a:lnSpc>
                        <a:spcBef>
                          <a:spcPts val="0"/>
                        </a:spcBef>
                        <a:spcAft>
                          <a:spcPts val="0"/>
                        </a:spcAft>
                        <a:buNone/>
                      </a:pPr>
                      <a:r>
                        <a:rPr b="1" lang="en" sz="1100">
                          <a:solidFill>
                            <a:schemeClr val="lt1"/>
                          </a:solidFill>
                          <a:highlight>
                            <a:schemeClr val="dk1"/>
                          </a:highlight>
                        </a:rPr>
                        <a:t>Technology</a:t>
                      </a:r>
                      <a:endParaRPr b="1" sz="1100">
                        <a:solidFill>
                          <a:schemeClr val="lt1"/>
                        </a:solidFill>
                        <a:highlight>
                          <a:schemeClr val="dk1"/>
                        </a:highlight>
                      </a:endParaRPr>
                    </a:p>
                  </a:txBody>
                  <a:tcPr marT="91425" marB="91425" marR="91425" marL="91425"/>
                </a:tc>
              </a:tr>
              <a:tr h="221400">
                <a:tc>
                  <a:txBody>
                    <a:bodyPr/>
                    <a:lstStyle/>
                    <a:p>
                      <a:pPr indent="0" lvl="0" marL="0" rtl="0" algn="l">
                        <a:spcBef>
                          <a:spcPts val="0"/>
                        </a:spcBef>
                        <a:spcAft>
                          <a:spcPts val="0"/>
                        </a:spcAft>
                        <a:buNone/>
                      </a:pPr>
                      <a:r>
                        <a:rPr lang="en">
                          <a:solidFill>
                            <a:schemeClr val="lt1"/>
                          </a:solidFill>
                          <a:highlight>
                            <a:schemeClr val="dk1"/>
                          </a:highlight>
                        </a:rPr>
                        <a:t>Frontend</a:t>
                      </a:r>
                      <a:endParaRPr>
                        <a:solidFill>
                          <a:schemeClr val="lt1"/>
                        </a:solidFill>
                        <a:highlight>
                          <a:schemeClr val="dk1"/>
                        </a:highlight>
                      </a:endParaRPr>
                    </a:p>
                  </a:txBody>
                  <a:tcPr marT="91425" marB="91425" marR="91425" marL="91425"/>
                </a:tc>
                <a:tc>
                  <a:txBody>
                    <a:bodyPr/>
                    <a:lstStyle/>
                    <a:p>
                      <a:pPr indent="0" lvl="0" marL="0" rtl="0" algn="l">
                        <a:spcBef>
                          <a:spcPts val="0"/>
                        </a:spcBef>
                        <a:spcAft>
                          <a:spcPts val="0"/>
                        </a:spcAft>
                        <a:buNone/>
                      </a:pPr>
                      <a:r>
                        <a:rPr lang="en">
                          <a:solidFill>
                            <a:schemeClr val="lt1"/>
                          </a:solidFill>
                          <a:highlight>
                            <a:schemeClr val="dk1"/>
                          </a:highlight>
                        </a:rPr>
                        <a:t>Streamlit</a:t>
                      </a:r>
                      <a:endParaRPr>
                        <a:solidFill>
                          <a:schemeClr val="lt1"/>
                        </a:solidFill>
                        <a:highlight>
                          <a:schemeClr val="dk1"/>
                        </a:highlight>
                      </a:endParaRPr>
                    </a:p>
                  </a:txBody>
                  <a:tcPr marT="91425" marB="91425" marR="91425" marL="91425"/>
                </a:tc>
              </a:tr>
              <a:tr h="221400">
                <a:tc>
                  <a:txBody>
                    <a:bodyPr/>
                    <a:lstStyle/>
                    <a:p>
                      <a:pPr indent="0" lvl="0" marL="0" rtl="0" algn="l">
                        <a:spcBef>
                          <a:spcPts val="0"/>
                        </a:spcBef>
                        <a:spcAft>
                          <a:spcPts val="0"/>
                        </a:spcAft>
                        <a:buNone/>
                      </a:pPr>
                      <a:r>
                        <a:rPr lang="en">
                          <a:solidFill>
                            <a:schemeClr val="lt1"/>
                          </a:solidFill>
                          <a:highlight>
                            <a:schemeClr val="dk1"/>
                          </a:highlight>
                        </a:rPr>
                        <a:t>Backend</a:t>
                      </a:r>
                      <a:endParaRPr>
                        <a:solidFill>
                          <a:schemeClr val="lt1"/>
                        </a:solidFill>
                        <a:highlight>
                          <a:schemeClr val="dk1"/>
                        </a:highlight>
                      </a:endParaRPr>
                    </a:p>
                  </a:txBody>
                  <a:tcPr marT="91425" marB="91425" marR="91425" marL="91425"/>
                </a:tc>
                <a:tc>
                  <a:txBody>
                    <a:bodyPr/>
                    <a:lstStyle/>
                    <a:p>
                      <a:pPr indent="0" lvl="0" marL="0" rtl="0" algn="l">
                        <a:spcBef>
                          <a:spcPts val="0"/>
                        </a:spcBef>
                        <a:spcAft>
                          <a:spcPts val="0"/>
                        </a:spcAft>
                        <a:buNone/>
                      </a:pPr>
                      <a:r>
                        <a:rPr lang="en">
                          <a:solidFill>
                            <a:schemeClr val="lt1"/>
                          </a:solidFill>
                          <a:highlight>
                            <a:schemeClr val="dk1"/>
                          </a:highlight>
                        </a:rPr>
                        <a:t>Python</a:t>
                      </a:r>
                      <a:endParaRPr>
                        <a:solidFill>
                          <a:schemeClr val="lt1"/>
                        </a:solidFill>
                        <a:highlight>
                          <a:schemeClr val="dk1"/>
                        </a:highlight>
                      </a:endParaRPr>
                    </a:p>
                  </a:txBody>
                  <a:tcPr marT="91425" marB="91425" marR="91425" marL="91425"/>
                </a:tc>
              </a:tr>
              <a:tr h="221400">
                <a:tc>
                  <a:txBody>
                    <a:bodyPr/>
                    <a:lstStyle/>
                    <a:p>
                      <a:pPr indent="0" lvl="0" marL="0" rtl="0" algn="l">
                        <a:spcBef>
                          <a:spcPts val="0"/>
                        </a:spcBef>
                        <a:spcAft>
                          <a:spcPts val="0"/>
                        </a:spcAft>
                        <a:buNone/>
                      </a:pPr>
                      <a:r>
                        <a:rPr lang="en">
                          <a:solidFill>
                            <a:schemeClr val="lt1"/>
                          </a:solidFill>
                          <a:highlight>
                            <a:schemeClr val="dk1"/>
                          </a:highlight>
                        </a:rPr>
                        <a:t>Data Handling</a:t>
                      </a:r>
                      <a:endParaRPr>
                        <a:solidFill>
                          <a:schemeClr val="lt1"/>
                        </a:solidFill>
                        <a:highlight>
                          <a:schemeClr val="dk1"/>
                        </a:highlight>
                      </a:endParaRPr>
                    </a:p>
                  </a:txBody>
                  <a:tcPr marT="91425" marB="91425" marR="91425" marL="91425"/>
                </a:tc>
                <a:tc>
                  <a:txBody>
                    <a:bodyPr/>
                    <a:lstStyle/>
                    <a:p>
                      <a:pPr indent="0" lvl="0" marL="0" rtl="0" algn="l">
                        <a:spcBef>
                          <a:spcPts val="0"/>
                        </a:spcBef>
                        <a:spcAft>
                          <a:spcPts val="0"/>
                        </a:spcAft>
                        <a:buNone/>
                      </a:pPr>
                      <a:r>
                        <a:rPr lang="en">
                          <a:solidFill>
                            <a:schemeClr val="lt1"/>
                          </a:solidFill>
                          <a:highlight>
                            <a:schemeClr val="dk1"/>
                          </a:highlight>
                        </a:rPr>
                        <a:t>Pandas, NumPy</a:t>
                      </a:r>
                      <a:endParaRPr>
                        <a:solidFill>
                          <a:schemeClr val="lt1"/>
                        </a:solidFill>
                        <a:highlight>
                          <a:schemeClr val="dk1"/>
                        </a:highlight>
                      </a:endParaRPr>
                    </a:p>
                  </a:txBody>
                  <a:tcPr marT="91425" marB="91425" marR="91425" marL="91425"/>
                </a:tc>
              </a:tr>
              <a:tr h="221400">
                <a:tc>
                  <a:txBody>
                    <a:bodyPr/>
                    <a:lstStyle/>
                    <a:p>
                      <a:pPr indent="0" lvl="0" marL="0" rtl="0" algn="l">
                        <a:spcBef>
                          <a:spcPts val="0"/>
                        </a:spcBef>
                        <a:spcAft>
                          <a:spcPts val="0"/>
                        </a:spcAft>
                        <a:buNone/>
                      </a:pPr>
                      <a:r>
                        <a:rPr lang="en">
                          <a:solidFill>
                            <a:schemeClr val="lt1"/>
                          </a:solidFill>
                          <a:highlight>
                            <a:schemeClr val="dk1"/>
                          </a:highlight>
                        </a:rPr>
                        <a:t>Visualization</a:t>
                      </a:r>
                      <a:endParaRPr>
                        <a:solidFill>
                          <a:schemeClr val="lt1"/>
                        </a:solidFill>
                        <a:highlight>
                          <a:schemeClr val="dk1"/>
                        </a:highlight>
                      </a:endParaRPr>
                    </a:p>
                  </a:txBody>
                  <a:tcPr marT="91425" marB="91425" marR="91425" marL="91425"/>
                </a:tc>
                <a:tc>
                  <a:txBody>
                    <a:bodyPr/>
                    <a:lstStyle/>
                    <a:p>
                      <a:pPr indent="0" lvl="0" marL="0" rtl="0" algn="l">
                        <a:spcBef>
                          <a:spcPts val="0"/>
                        </a:spcBef>
                        <a:spcAft>
                          <a:spcPts val="0"/>
                        </a:spcAft>
                        <a:buNone/>
                      </a:pPr>
                      <a:r>
                        <a:rPr lang="en">
                          <a:solidFill>
                            <a:schemeClr val="lt1"/>
                          </a:solidFill>
                          <a:highlight>
                            <a:schemeClr val="dk1"/>
                          </a:highlight>
                        </a:rPr>
                        <a:t>Streamlit Tables</a:t>
                      </a:r>
                      <a:endParaRPr>
                        <a:solidFill>
                          <a:schemeClr val="lt1"/>
                        </a:solidFill>
                        <a:highlight>
                          <a:schemeClr val="dk1"/>
                        </a:highlight>
                      </a:endParaRPr>
                    </a:p>
                  </a:txBody>
                  <a:tcPr marT="91425" marB="91425" marR="91425" marL="91425"/>
                </a:tc>
              </a:tr>
              <a:tr h="339625">
                <a:tc>
                  <a:txBody>
                    <a:bodyPr/>
                    <a:lstStyle/>
                    <a:p>
                      <a:pPr indent="0" lvl="0" marL="0" rtl="0" algn="l">
                        <a:spcBef>
                          <a:spcPts val="0"/>
                        </a:spcBef>
                        <a:spcAft>
                          <a:spcPts val="0"/>
                        </a:spcAft>
                        <a:buNone/>
                      </a:pPr>
                      <a:r>
                        <a:rPr lang="en">
                          <a:solidFill>
                            <a:schemeClr val="lt1"/>
                          </a:solidFill>
                          <a:highlight>
                            <a:schemeClr val="dk1"/>
                          </a:highlight>
                        </a:rPr>
                        <a:t>Deployment Platform</a:t>
                      </a:r>
                      <a:endParaRPr>
                        <a:solidFill>
                          <a:schemeClr val="lt1"/>
                        </a:solidFill>
                        <a:highlight>
                          <a:schemeClr val="dk1"/>
                        </a:highlight>
                      </a:endParaRPr>
                    </a:p>
                  </a:txBody>
                  <a:tcPr marT="91425" marB="91425" marR="91425" marL="91425"/>
                </a:tc>
                <a:tc>
                  <a:txBody>
                    <a:bodyPr/>
                    <a:lstStyle/>
                    <a:p>
                      <a:pPr indent="0" lvl="0" marL="0" rtl="0" algn="l">
                        <a:spcBef>
                          <a:spcPts val="0"/>
                        </a:spcBef>
                        <a:spcAft>
                          <a:spcPts val="0"/>
                        </a:spcAft>
                        <a:buNone/>
                      </a:pPr>
                      <a:r>
                        <a:rPr lang="en">
                          <a:solidFill>
                            <a:schemeClr val="lt1"/>
                          </a:solidFill>
                          <a:highlight>
                            <a:schemeClr val="dk1"/>
                          </a:highlight>
                        </a:rPr>
                        <a:t>Streamlit Cloud / Local</a:t>
                      </a:r>
                      <a:endParaRPr>
                        <a:solidFill>
                          <a:schemeClr val="lt1"/>
                        </a:solidFill>
                        <a:highlight>
                          <a:schemeClr val="dk1"/>
                        </a:highlight>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5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520" name="Google Shape;520;p54"/>
          <p:cNvSpPr txBox="1"/>
          <p:nvPr/>
        </p:nvSpPr>
        <p:spPr>
          <a:xfrm>
            <a:off x="175150" y="78950"/>
            <a:ext cx="7289700" cy="530400"/>
          </a:xfrm>
          <a:prstGeom prst="rect">
            <a:avLst/>
          </a:prstGeom>
          <a:solidFill>
            <a:schemeClr val="dk1"/>
          </a:solid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b="1" lang="en" sz="1700">
                <a:solidFill>
                  <a:schemeClr val="lt1"/>
                </a:solidFill>
                <a:highlight>
                  <a:schemeClr val="dk1"/>
                </a:highlight>
              </a:rPr>
              <a:t>Recommendations for user-id 5 :-</a:t>
            </a:r>
            <a:endParaRPr b="1" sz="1700">
              <a:solidFill>
                <a:schemeClr val="lt1"/>
              </a:solidFill>
              <a:highlight>
                <a:schemeClr val="dk1"/>
              </a:highlight>
            </a:endParaRPr>
          </a:p>
          <a:p>
            <a:pPr indent="0" lvl="0" marL="0" rtl="0" algn="l">
              <a:spcBef>
                <a:spcPts val="0"/>
              </a:spcBef>
              <a:spcAft>
                <a:spcPts val="0"/>
              </a:spcAft>
              <a:buNone/>
            </a:pPr>
            <a:r>
              <a:t/>
            </a:r>
            <a:endParaRPr sz="1200">
              <a:solidFill>
                <a:schemeClr val="lt1"/>
              </a:solidFill>
              <a:highlight>
                <a:schemeClr val="dk1"/>
              </a:highlight>
              <a:latin typeface="Urbanist"/>
              <a:ea typeface="Urbanist"/>
              <a:cs typeface="Urbanist"/>
              <a:sym typeface="Urbanist"/>
            </a:endParaRPr>
          </a:p>
        </p:txBody>
      </p:sp>
      <p:sp>
        <p:nvSpPr>
          <p:cNvPr id="521" name="Google Shape;521;p54"/>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Recommendations</a:t>
            </a:r>
            <a:endParaRPr/>
          </a:p>
        </p:txBody>
      </p:sp>
      <p:pic>
        <p:nvPicPr>
          <p:cNvPr id="522" name="Google Shape;522;p54"/>
          <p:cNvPicPr preferRelativeResize="0"/>
          <p:nvPr/>
        </p:nvPicPr>
        <p:blipFill>
          <a:blip r:embed="rId3">
            <a:alphaModFix/>
          </a:blip>
          <a:stretch>
            <a:fillRect/>
          </a:stretch>
        </p:blipFill>
        <p:spPr>
          <a:xfrm>
            <a:off x="135650" y="555450"/>
            <a:ext cx="8908075" cy="44757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5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528" name="Google Shape;528;p55"/>
          <p:cNvSpPr txBox="1"/>
          <p:nvPr/>
        </p:nvSpPr>
        <p:spPr>
          <a:xfrm>
            <a:off x="175150" y="78950"/>
            <a:ext cx="7289700" cy="530400"/>
          </a:xfrm>
          <a:prstGeom prst="rect">
            <a:avLst/>
          </a:prstGeom>
          <a:solidFill>
            <a:schemeClr val="dk1"/>
          </a:solid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b="1" lang="en" sz="1700">
                <a:solidFill>
                  <a:schemeClr val="lt1"/>
                </a:solidFill>
                <a:highlight>
                  <a:schemeClr val="dk1"/>
                </a:highlight>
              </a:rPr>
              <a:t>Recommendations for user-id 49:-</a:t>
            </a:r>
            <a:endParaRPr b="1" sz="1700">
              <a:solidFill>
                <a:schemeClr val="lt1"/>
              </a:solidFill>
              <a:highlight>
                <a:schemeClr val="dk1"/>
              </a:highlight>
            </a:endParaRPr>
          </a:p>
          <a:p>
            <a:pPr indent="0" lvl="0" marL="0" rtl="0" algn="l">
              <a:spcBef>
                <a:spcPts val="0"/>
              </a:spcBef>
              <a:spcAft>
                <a:spcPts val="0"/>
              </a:spcAft>
              <a:buNone/>
            </a:pPr>
            <a:r>
              <a:t/>
            </a:r>
            <a:endParaRPr sz="1200">
              <a:solidFill>
                <a:schemeClr val="lt1"/>
              </a:solidFill>
              <a:highlight>
                <a:schemeClr val="dk1"/>
              </a:highlight>
              <a:latin typeface="Urbanist"/>
              <a:ea typeface="Urbanist"/>
              <a:cs typeface="Urbanist"/>
              <a:sym typeface="Urbanist"/>
            </a:endParaRPr>
          </a:p>
        </p:txBody>
      </p:sp>
      <p:pic>
        <p:nvPicPr>
          <p:cNvPr id="529" name="Google Shape;529;p55"/>
          <p:cNvPicPr preferRelativeResize="0"/>
          <p:nvPr/>
        </p:nvPicPr>
        <p:blipFill>
          <a:blip r:embed="rId3">
            <a:alphaModFix/>
          </a:blip>
          <a:stretch>
            <a:fillRect/>
          </a:stretch>
        </p:blipFill>
        <p:spPr>
          <a:xfrm>
            <a:off x="60400" y="609350"/>
            <a:ext cx="8979048" cy="4378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56"/>
          <p:cNvSpPr txBox="1"/>
          <p:nvPr>
            <p:ph idx="1" type="subTitle"/>
          </p:nvPr>
        </p:nvSpPr>
        <p:spPr>
          <a:xfrm>
            <a:off x="0" y="0"/>
            <a:ext cx="9144000" cy="508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28"/>
              <a:t>✅ </a:t>
            </a:r>
            <a:r>
              <a:rPr b="1" lang="en" sz="3228">
                <a:solidFill>
                  <a:srgbClr val="6AA84F"/>
                </a:solidFill>
                <a:highlight>
                  <a:schemeClr val="lt1"/>
                </a:highlight>
              </a:rPr>
              <a:t>conclusion</a:t>
            </a:r>
            <a:endParaRPr b="1" sz="3228">
              <a:solidFill>
                <a:srgbClr val="6AA84F"/>
              </a:solidFill>
              <a:highlight>
                <a:schemeClr val="lt1"/>
              </a:highlight>
            </a:endParaRPr>
          </a:p>
          <a:p>
            <a:pPr indent="0" lvl="0" marL="0" rtl="0" algn="ctr">
              <a:spcBef>
                <a:spcPts val="0"/>
              </a:spcBef>
              <a:spcAft>
                <a:spcPts val="0"/>
              </a:spcAft>
              <a:buNone/>
            </a:pPr>
            <a:r>
              <a:t/>
            </a:r>
            <a:endParaRPr/>
          </a:p>
          <a:p>
            <a:pPr indent="0" lvl="0" marL="0" rtl="0" algn="l">
              <a:spcBef>
                <a:spcPts val="0"/>
              </a:spcBef>
              <a:spcAft>
                <a:spcPts val="0"/>
              </a:spcAft>
              <a:buNone/>
            </a:pPr>
            <a:r>
              <a:rPr lang="en">
                <a:solidFill>
                  <a:schemeClr val="dk1"/>
                </a:solidFill>
              </a:rPr>
              <a:t>&gt;Successfully developed and deployed a predictive model to forecast Apple Inc.’s stock prices for the next 30 days.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&gt;Conducted comprehensive EDA to identify trends, seasonality, and volatility in stock movement.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&gt;Implemented and compared ARIMA, SARIMA, XGBoost, and Random Forest models for forecasting accuracy.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535" name="Google Shape;535;p56"/>
          <p:cNvSpPr txBox="1"/>
          <p:nvPr/>
        </p:nvSpPr>
        <p:spPr>
          <a:xfrm>
            <a:off x="154625" y="358625"/>
            <a:ext cx="8617500" cy="419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Clr>
                <a:schemeClr val="dk1"/>
              </a:buClr>
              <a:buSzPts val="1100"/>
              <a:buFont typeface="Arial"/>
              <a:buNone/>
            </a:pPr>
            <a:r>
              <a:t/>
            </a:r>
            <a:endParaRPr b="1" sz="2700">
              <a:solidFill>
                <a:schemeClr val="lt1"/>
              </a:solidFill>
            </a:endParaRPr>
          </a:p>
          <a:p>
            <a:pPr indent="-336550" lvl="0" marL="457200" rtl="0" algn="l">
              <a:lnSpc>
                <a:spcPct val="115000"/>
              </a:lnSpc>
              <a:spcBef>
                <a:spcPts val="1200"/>
              </a:spcBef>
              <a:spcAft>
                <a:spcPts val="0"/>
              </a:spcAft>
              <a:buClr>
                <a:schemeClr val="lt1"/>
              </a:buClr>
              <a:buSzPts val="1700"/>
              <a:buChar char="●"/>
            </a:pPr>
            <a:r>
              <a:rPr lang="en">
                <a:solidFill>
                  <a:schemeClr val="lt1"/>
                </a:solidFill>
              </a:rPr>
              <a:t>A hybrid course recommendation system was successfully developed</a:t>
            </a:r>
            <a:br>
              <a:rPr lang="en">
                <a:solidFill>
                  <a:schemeClr val="lt1"/>
                </a:solidFill>
              </a:rPr>
            </a:br>
            <a:endParaRPr>
              <a:solidFill>
                <a:schemeClr val="lt1"/>
              </a:solidFill>
            </a:endParaRPr>
          </a:p>
          <a:p>
            <a:pPr indent="-336550" lvl="0" marL="457200" rtl="0" algn="l">
              <a:lnSpc>
                <a:spcPct val="115000"/>
              </a:lnSpc>
              <a:spcBef>
                <a:spcPts val="0"/>
              </a:spcBef>
              <a:spcAft>
                <a:spcPts val="0"/>
              </a:spcAft>
              <a:buClr>
                <a:schemeClr val="lt1"/>
              </a:buClr>
              <a:buSzPts val="1700"/>
              <a:buChar char="●"/>
            </a:pPr>
            <a:r>
              <a:rPr lang="en">
                <a:solidFill>
                  <a:schemeClr val="lt1"/>
                </a:solidFill>
              </a:rPr>
              <a:t>Combined </a:t>
            </a:r>
            <a:r>
              <a:rPr b="1" lang="en">
                <a:solidFill>
                  <a:schemeClr val="lt1"/>
                </a:solidFill>
              </a:rPr>
              <a:t>domain-based content filtering</a:t>
            </a:r>
            <a:r>
              <a:rPr lang="en">
                <a:solidFill>
                  <a:schemeClr val="lt1"/>
                </a:solidFill>
              </a:rPr>
              <a:t> with </a:t>
            </a:r>
            <a:r>
              <a:rPr b="1" lang="en">
                <a:solidFill>
                  <a:schemeClr val="lt1"/>
                </a:solidFill>
              </a:rPr>
              <a:t>user-based collaborative filtering</a:t>
            </a:r>
            <a:br>
              <a:rPr b="1" lang="en">
                <a:solidFill>
                  <a:schemeClr val="lt1"/>
                </a:solidFill>
              </a:rPr>
            </a:br>
            <a:endParaRPr b="1">
              <a:solidFill>
                <a:schemeClr val="lt1"/>
              </a:solidFill>
            </a:endParaRPr>
          </a:p>
          <a:p>
            <a:pPr indent="-336550" lvl="0" marL="457200" rtl="0" algn="l">
              <a:lnSpc>
                <a:spcPct val="115000"/>
              </a:lnSpc>
              <a:spcBef>
                <a:spcPts val="0"/>
              </a:spcBef>
              <a:spcAft>
                <a:spcPts val="0"/>
              </a:spcAft>
              <a:buClr>
                <a:schemeClr val="lt1"/>
              </a:buClr>
              <a:buSzPts val="1700"/>
              <a:buChar char="●"/>
            </a:pPr>
            <a:r>
              <a:rPr lang="en">
                <a:solidFill>
                  <a:schemeClr val="lt1"/>
                </a:solidFill>
              </a:rPr>
              <a:t>Domain-first strategy ensured </a:t>
            </a:r>
            <a:r>
              <a:rPr b="1" lang="en">
                <a:solidFill>
                  <a:schemeClr val="lt1"/>
                </a:solidFill>
              </a:rPr>
              <a:t>high relevance</a:t>
            </a:r>
            <a:r>
              <a:rPr lang="en">
                <a:solidFill>
                  <a:schemeClr val="lt1"/>
                </a:solidFill>
              </a:rPr>
              <a:t> despite sparse and old data</a:t>
            </a:r>
            <a:br>
              <a:rPr lang="en">
                <a:solidFill>
                  <a:schemeClr val="lt1"/>
                </a:solidFill>
              </a:rPr>
            </a:br>
            <a:endParaRPr>
              <a:solidFill>
                <a:schemeClr val="lt1"/>
              </a:solidFill>
            </a:endParaRPr>
          </a:p>
          <a:p>
            <a:pPr indent="-336550" lvl="0" marL="457200" rtl="0" algn="l">
              <a:lnSpc>
                <a:spcPct val="115000"/>
              </a:lnSpc>
              <a:spcBef>
                <a:spcPts val="0"/>
              </a:spcBef>
              <a:spcAft>
                <a:spcPts val="0"/>
              </a:spcAft>
              <a:buClr>
                <a:schemeClr val="lt1"/>
              </a:buClr>
              <a:buSzPts val="1700"/>
              <a:buChar char="●"/>
            </a:pPr>
            <a:r>
              <a:rPr lang="en">
                <a:solidFill>
                  <a:schemeClr val="lt1"/>
                </a:solidFill>
              </a:rPr>
              <a:t>Collaborative filtering added </a:t>
            </a:r>
            <a:r>
              <a:rPr b="1" lang="en">
                <a:solidFill>
                  <a:schemeClr val="lt1"/>
                </a:solidFill>
              </a:rPr>
              <a:t>personalization</a:t>
            </a:r>
            <a:r>
              <a:rPr lang="en">
                <a:solidFill>
                  <a:schemeClr val="lt1"/>
                </a:solidFill>
              </a:rPr>
              <a:t> using user behavior</a:t>
            </a:r>
            <a:br>
              <a:rPr lang="en">
                <a:solidFill>
                  <a:schemeClr val="lt1"/>
                </a:solidFill>
              </a:rPr>
            </a:br>
            <a:endParaRPr>
              <a:solidFill>
                <a:schemeClr val="lt1"/>
              </a:solidFill>
            </a:endParaRPr>
          </a:p>
          <a:p>
            <a:pPr indent="-336550" lvl="0" marL="457200" rtl="0" algn="l">
              <a:lnSpc>
                <a:spcPct val="115000"/>
              </a:lnSpc>
              <a:spcBef>
                <a:spcPts val="0"/>
              </a:spcBef>
              <a:spcAft>
                <a:spcPts val="0"/>
              </a:spcAft>
              <a:buClr>
                <a:schemeClr val="lt1"/>
              </a:buClr>
              <a:buSzPts val="1700"/>
              <a:buChar char="●"/>
            </a:pPr>
            <a:r>
              <a:rPr lang="en">
                <a:solidFill>
                  <a:schemeClr val="lt1"/>
                </a:solidFill>
              </a:rPr>
              <a:t>Ranking based on </a:t>
            </a:r>
            <a:r>
              <a:rPr b="1" lang="en">
                <a:solidFill>
                  <a:schemeClr val="lt1"/>
                </a:solidFill>
              </a:rPr>
              <a:t>rating and enrollment numbers</a:t>
            </a:r>
            <a:r>
              <a:rPr lang="en">
                <a:solidFill>
                  <a:schemeClr val="lt1"/>
                </a:solidFill>
              </a:rPr>
              <a:t> improved recommendation quality</a:t>
            </a:r>
            <a:br>
              <a:rPr lang="en">
                <a:solidFill>
                  <a:schemeClr val="lt1"/>
                </a:solidFill>
              </a:rPr>
            </a:br>
            <a:endParaRPr>
              <a:solidFill>
                <a:schemeClr val="lt1"/>
              </a:solidFill>
            </a:endParaRPr>
          </a:p>
          <a:p>
            <a:pPr indent="-336550" lvl="0" marL="457200" rtl="0" algn="l">
              <a:lnSpc>
                <a:spcPct val="115000"/>
              </a:lnSpc>
              <a:spcBef>
                <a:spcPts val="0"/>
              </a:spcBef>
              <a:spcAft>
                <a:spcPts val="0"/>
              </a:spcAft>
              <a:buClr>
                <a:schemeClr val="lt1"/>
              </a:buClr>
              <a:buSzPts val="1700"/>
              <a:buChar char="●"/>
            </a:pPr>
            <a:r>
              <a:rPr lang="en">
                <a:solidFill>
                  <a:schemeClr val="lt1"/>
                </a:solidFill>
              </a:rPr>
              <a:t>System was deployed using </a:t>
            </a:r>
            <a:r>
              <a:rPr b="1" lang="en">
                <a:solidFill>
                  <a:schemeClr val="lt1"/>
                </a:solidFill>
              </a:rPr>
              <a:t>Streamlit</a:t>
            </a:r>
            <a:r>
              <a:rPr lang="en">
                <a:solidFill>
                  <a:schemeClr val="lt1"/>
                </a:solidFill>
              </a:rPr>
              <a:t> for real-time interaction</a:t>
            </a:r>
            <a:endParaRPr>
              <a:solidFill>
                <a:schemeClr val="lt1"/>
              </a:solidFill>
            </a:endParaRPr>
          </a:p>
          <a:p>
            <a:pPr indent="0" lvl="0" marL="0" rtl="0" algn="l">
              <a:spcBef>
                <a:spcPts val="1200"/>
              </a:spcBef>
              <a:spcAft>
                <a:spcPts val="0"/>
              </a:spcAft>
              <a:buNone/>
            </a:pPr>
            <a:r>
              <a:t/>
            </a:r>
            <a:endParaRPr sz="1200">
              <a:solidFill>
                <a:schemeClr val="lt1"/>
              </a:solidFill>
              <a:latin typeface="Urbanist"/>
              <a:ea typeface="Urbanist"/>
              <a:cs typeface="Urbanist"/>
              <a:sym typeface="Urbanis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57"/>
          <p:cNvSpPr txBox="1"/>
          <p:nvPr>
            <p:ph idx="1" type="subTitle"/>
          </p:nvPr>
        </p:nvSpPr>
        <p:spPr>
          <a:xfrm>
            <a:off x="0" y="0"/>
            <a:ext cx="9144000" cy="508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828"/>
              <a:t>                            🚀 </a:t>
            </a:r>
            <a:r>
              <a:rPr b="1" lang="en" sz="2828">
                <a:solidFill>
                  <a:srgbClr val="6AA84F"/>
                </a:solidFill>
                <a:highlight>
                  <a:schemeClr val="lt1"/>
                </a:highlight>
              </a:rPr>
              <a:t>Future  Scope</a:t>
            </a:r>
            <a:endParaRPr b="1" sz="2828">
              <a:solidFill>
                <a:srgbClr val="6AA84F"/>
              </a:solidFill>
              <a:highlight>
                <a:schemeClr val="lt1"/>
              </a:highlight>
            </a:endParaRPr>
          </a:p>
          <a:p>
            <a:pPr indent="0" lvl="0" marL="0" rtl="0" algn="ctr">
              <a:spcBef>
                <a:spcPts val="0"/>
              </a:spcBef>
              <a:spcAft>
                <a:spcPts val="0"/>
              </a:spcAft>
              <a:buNone/>
            </a:pPr>
            <a:r>
              <a:t/>
            </a:r>
            <a:endParaRPr sz="2200"/>
          </a:p>
          <a:p>
            <a:pPr indent="0" lvl="0" marL="0" rtl="0" algn="l">
              <a:spcBef>
                <a:spcPts val="0"/>
              </a:spcBef>
              <a:spcAft>
                <a:spcPts val="0"/>
              </a:spcAft>
              <a:buNone/>
            </a:pPr>
            <a:r>
              <a:rPr lang="en" sz="1900">
                <a:solidFill>
                  <a:schemeClr val="dk1"/>
                </a:solidFill>
              </a:rPr>
              <a:t>&gt;Enhance the Streamlit dashboard with interactive analytics, visual comparisons, and model selection options.</a:t>
            </a:r>
            <a:endParaRPr sz="1900">
              <a:solidFill>
                <a:schemeClr val="dk1"/>
              </a:solidFill>
            </a:endParaRPr>
          </a:p>
          <a:p>
            <a:pPr indent="0" lvl="0" marL="0" rtl="0" algn="l">
              <a:spcBef>
                <a:spcPts val="0"/>
              </a:spcBef>
              <a:spcAft>
                <a:spcPts val="0"/>
              </a:spcAft>
              <a:buNone/>
            </a:pPr>
            <a:r>
              <a:t/>
            </a:r>
            <a:endParaRPr sz="1900">
              <a:solidFill>
                <a:schemeClr val="dk1"/>
              </a:solidFill>
            </a:endParaRPr>
          </a:p>
          <a:p>
            <a:pPr indent="0" lvl="0" marL="0" rtl="0" algn="l">
              <a:spcBef>
                <a:spcPts val="0"/>
              </a:spcBef>
              <a:spcAft>
                <a:spcPts val="0"/>
              </a:spcAft>
              <a:buNone/>
            </a:pPr>
            <a:r>
              <a:rPr lang="en" sz="1900">
                <a:solidFill>
                  <a:schemeClr val="dk1"/>
                </a:solidFill>
              </a:rPr>
              <a:t>&gt;Allow users to compare multiple stocks at the same time.</a:t>
            </a:r>
            <a:endParaRPr sz="1900">
              <a:solidFill>
                <a:schemeClr val="dk1"/>
              </a:solidFill>
            </a:endParaRPr>
          </a:p>
          <a:p>
            <a:pPr indent="0" lvl="0" marL="0" rtl="0" algn="l">
              <a:spcBef>
                <a:spcPts val="0"/>
              </a:spcBef>
              <a:spcAft>
                <a:spcPts val="0"/>
              </a:spcAft>
              <a:buNone/>
            </a:pPr>
            <a:r>
              <a:t/>
            </a:r>
            <a:endParaRPr sz="1900">
              <a:solidFill>
                <a:schemeClr val="dk1"/>
              </a:solidFill>
            </a:endParaRPr>
          </a:p>
          <a:p>
            <a:pPr indent="0" lvl="0" marL="0" rtl="0" algn="l">
              <a:spcBef>
                <a:spcPts val="0"/>
              </a:spcBef>
              <a:spcAft>
                <a:spcPts val="0"/>
              </a:spcAft>
              <a:buNone/>
            </a:pPr>
            <a:r>
              <a:rPr lang="en" sz="1900">
                <a:solidFill>
                  <a:schemeClr val="dk1"/>
                </a:solidFill>
              </a:rPr>
              <a:t>&gt;Add a notification or alert system for sudden trend changes..</a:t>
            </a:r>
            <a:endParaRPr sz="1900">
              <a:solidFill>
                <a:schemeClr val="dk1"/>
              </a:solidFill>
            </a:endParaRPr>
          </a:p>
          <a:p>
            <a:pPr indent="0" lvl="0" marL="0" rtl="0" algn="l">
              <a:spcBef>
                <a:spcPts val="0"/>
              </a:spcBef>
              <a:spcAft>
                <a:spcPts val="0"/>
              </a:spcAft>
              <a:buNone/>
            </a:pPr>
            <a:r>
              <a:t/>
            </a:r>
            <a:endParaRPr sz="1900">
              <a:solidFill>
                <a:schemeClr val="dk1"/>
              </a:solidFill>
            </a:endParaRPr>
          </a:p>
          <a:p>
            <a:pPr indent="0" lvl="0" marL="0" rtl="0" algn="l">
              <a:spcBef>
                <a:spcPts val="0"/>
              </a:spcBef>
              <a:spcAft>
                <a:spcPts val="0"/>
              </a:spcAft>
              <a:buNone/>
            </a:pPr>
            <a:r>
              <a:rPr lang="en" sz="1900">
                <a:solidFill>
                  <a:schemeClr val="dk1"/>
                </a:solidFill>
              </a:rPr>
              <a:t>&gt;Deploy on a cloud platform (like AWS or Azure) for faster performance and wider access.</a:t>
            </a:r>
            <a:endParaRPr sz="1900">
              <a:solidFill>
                <a:schemeClr val="dk1"/>
              </a:solidFill>
            </a:endParaRPr>
          </a:p>
          <a:p>
            <a:pPr indent="0" lvl="0" marL="0" rtl="0" algn="l">
              <a:spcBef>
                <a:spcPts val="0"/>
              </a:spcBef>
              <a:spcAft>
                <a:spcPts val="0"/>
              </a:spcAft>
              <a:buNone/>
            </a:pPr>
            <a:r>
              <a:t/>
            </a:r>
            <a:endParaRPr sz="1900">
              <a:solidFill>
                <a:schemeClr val="dk1"/>
              </a:solidFill>
            </a:endParaRPr>
          </a:p>
          <a:p>
            <a:pPr indent="0" lvl="0" marL="0" rtl="0" algn="l">
              <a:spcBef>
                <a:spcPts val="0"/>
              </a:spcBef>
              <a:spcAft>
                <a:spcPts val="0"/>
              </a:spcAft>
              <a:buNone/>
            </a:pPr>
            <a:r>
              <a:t/>
            </a:r>
            <a:endParaRPr sz="1900">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541" name="Google Shape;541;p57"/>
          <p:cNvSpPr txBox="1"/>
          <p:nvPr/>
        </p:nvSpPr>
        <p:spPr>
          <a:xfrm>
            <a:off x="228600" y="979350"/>
            <a:ext cx="8482200" cy="3240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500">
                <a:solidFill>
                  <a:schemeClr val="lt1"/>
                </a:solidFill>
                <a:highlight>
                  <a:schemeClr val="dk1"/>
                </a:highlight>
              </a:rPr>
              <a:t>Real-Time Data Integration</a:t>
            </a:r>
            <a:endParaRPr b="1" sz="1500">
              <a:solidFill>
                <a:schemeClr val="lt1"/>
              </a:solidFill>
              <a:highlight>
                <a:schemeClr val="dk1"/>
              </a:highlight>
            </a:endParaRPr>
          </a:p>
          <a:p>
            <a:pPr indent="-323850" lvl="0" marL="457200" rtl="0" algn="l">
              <a:lnSpc>
                <a:spcPct val="115000"/>
              </a:lnSpc>
              <a:spcBef>
                <a:spcPts val="1200"/>
              </a:spcBef>
              <a:spcAft>
                <a:spcPts val="0"/>
              </a:spcAft>
              <a:buClr>
                <a:schemeClr val="lt1"/>
              </a:buClr>
              <a:buSzPts val="1500"/>
              <a:buChar char="●"/>
            </a:pPr>
            <a:r>
              <a:rPr lang="en" sz="1500">
                <a:solidFill>
                  <a:schemeClr val="lt1"/>
                </a:solidFill>
                <a:highlight>
                  <a:schemeClr val="dk1"/>
                </a:highlight>
              </a:rPr>
              <a:t>Replace static CSV with live databases or APIs</a:t>
            </a:r>
            <a:endParaRPr sz="1500">
              <a:solidFill>
                <a:schemeClr val="lt1"/>
              </a:solidFill>
              <a:highlight>
                <a:schemeClr val="dk1"/>
              </a:highlight>
            </a:endParaRPr>
          </a:p>
          <a:p>
            <a:pPr indent="-323850" lvl="0" marL="457200" rtl="0" algn="l">
              <a:lnSpc>
                <a:spcPct val="115000"/>
              </a:lnSpc>
              <a:spcBef>
                <a:spcPts val="0"/>
              </a:spcBef>
              <a:spcAft>
                <a:spcPts val="0"/>
              </a:spcAft>
              <a:buClr>
                <a:schemeClr val="lt1"/>
              </a:buClr>
              <a:buSzPts val="1500"/>
              <a:buChar char="●"/>
            </a:pPr>
            <a:r>
              <a:rPr lang="en" sz="1500">
                <a:solidFill>
                  <a:schemeClr val="lt1"/>
                </a:solidFill>
                <a:highlight>
                  <a:schemeClr val="dk1"/>
                </a:highlight>
              </a:rPr>
              <a:t>Keep course and user data up to date</a:t>
            </a:r>
            <a:endParaRPr sz="1500">
              <a:solidFill>
                <a:schemeClr val="lt1"/>
              </a:solidFill>
              <a:highlight>
                <a:schemeClr val="dk1"/>
              </a:highlight>
            </a:endParaRPr>
          </a:p>
          <a:p>
            <a:pPr indent="0" lvl="0" marL="0" rtl="0" algn="l">
              <a:lnSpc>
                <a:spcPct val="115000"/>
              </a:lnSpc>
              <a:spcBef>
                <a:spcPts val="1200"/>
              </a:spcBef>
              <a:spcAft>
                <a:spcPts val="0"/>
              </a:spcAft>
              <a:buNone/>
            </a:pPr>
            <a:r>
              <a:rPr b="1" lang="en" sz="1500">
                <a:solidFill>
                  <a:schemeClr val="lt1"/>
                </a:solidFill>
                <a:highlight>
                  <a:schemeClr val="dk1"/>
                </a:highlight>
              </a:rPr>
              <a:t>Time-Aware Recommendations</a:t>
            </a:r>
            <a:endParaRPr b="1" sz="1100">
              <a:solidFill>
                <a:schemeClr val="lt1"/>
              </a:solidFill>
              <a:highlight>
                <a:schemeClr val="dk1"/>
              </a:highlight>
            </a:endParaRPr>
          </a:p>
          <a:p>
            <a:pPr indent="-317500" lvl="0" marL="457200" rtl="0" algn="l">
              <a:lnSpc>
                <a:spcPct val="115000"/>
              </a:lnSpc>
              <a:spcBef>
                <a:spcPts val="1200"/>
              </a:spcBef>
              <a:spcAft>
                <a:spcPts val="0"/>
              </a:spcAft>
              <a:buClr>
                <a:schemeClr val="lt1"/>
              </a:buClr>
              <a:buSzPts val="1400"/>
              <a:buChar char="●"/>
            </a:pPr>
            <a:r>
              <a:rPr lang="en">
                <a:solidFill>
                  <a:schemeClr val="lt1"/>
                </a:solidFill>
                <a:highlight>
                  <a:schemeClr val="dk1"/>
                </a:highlight>
              </a:rPr>
              <a:t>Prioritize recent user activity and trending courses</a:t>
            </a:r>
            <a:endParaRPr>
              <a:solidFill>
                <a:schemeClr val="lt1"/>
              </a:solidFill>
              <a:highlight>
                <a:schemeClr val="dk1"/>
              </a:highlight>
            </a:endParaRPr>
          </a:p>
          <a:p>
            <a:pPr indent="-317500" lvl="0" marL="457200" rtl="0" algn="l">
              <a:lnSpc>
                <a:spcPct val="115000"/>
              </a:lnSpc>
              <a:spcBef>
                <a:spcPts val="0"/>
              </a:spcBef>
              <a:spcAft>
                <a:spcPts val="0"/>
              </a:spcAft>
              <a:buClr>
                <a:schemeClr val="lt1"/>
              </a:buClr>
              <a:buSzPts val="1400"/>
              <a:buChar char="●"/>
            </a:pPr>
            <a:r>
              <a:rPr lang="en">
                <a:solidFill>
                  <a:schemeClr val="lt1"/>
                </a:solidFill>
                <a:highlight>
                  <a:schemeClr val="dk1"/>
                </a:highlight>
              </a:rPr>
              <a:t>Handle outdated data more effectively</a:t>
            </a:r>
            <a:endParaRPr>
              <a:solidFill>
                <a:schemeClr val="lt1"/>
              </a:solidFill>
              <a:highlight>
                <a:schemeClr val="dk1"/>
              </a:highlight>
            </a:endParaRPr>
          </a:p>
          <a:p>
            <a:pPr indent="0" lvl="0" marL="0" rtl="0" algn="l">
              <a:lnSpc>
                <a:spcPct val="115000"/>
              </a:lnSpc>
              <a:spcBef>
                <a:spcPts val="1200"/>
              </a:spcBef>
              <a:spcAft>
                <a:spcPts val="0"/>
              </a:spcAft>
              <a:buClr>
                <a:schemeClr val="dk1"/>
              </a:buClr>
              <a:buSzPts val="1100"/>
              <a:buFont typeface="Arial"/>
              <a:buNone/>
            </a:pPr>
            <a:r>
              <a:rPr b="1" lang="en" sz="1500">
                <a:solidFill>
                  <a:schemeClr val="lt1"/>
                </a:solidFill>
                <a:highlight>
                  <a:schemeClr val="dk1"/>
                </a:highlight>
              </a:rPr>
              <a:t>Automatic Weight Optimization</a:t>
            </a:r>
            <a:endParaRPr b="1" sz="1100">
              <a:solidFill>
                <a:schemeClr val="lt1"/>
              </a:solidFill>
              <a:highlight>
                <a:schemeClr val="dk1"/>
              </a:highlight>
            </a:endParaRPr>
          </a:p>
          <a:p>
            <a:pPr indent="-317500" lvl="0" marL="457200" rtl="0" algn="l">
              <a:lnSpc>
                <a:spcPct val="115000"/>
              </a:lnSpc>
              <a:spcBef>
                <a:spcPts val="1200"/>
              </a:spcBef>
              <a:spcAft>
                <a:spcPts val="0"/>
              </a:spcAft>
              <a:buClr>
                <a:schemeClr val="lt1"/>
              </a:buClr>
              <a:buSzPts val="1400"/>
              <a:buChar char="●"/>
            </a:pPr>
            <a:r>
              <a:rPr lang="en">
                <a:solidFill>
                  <a:schemeClr val="lt1"/>
                </a:solidFill>
                <a:highlight>
                  <a:schemeClr val="dk1"/>
                </a:highlight>
              </a:rPr>
              <a:t>Dynamically adjust domain and collaborative weights</a:t>
            </a:r>
            <a:endParaRPr>
              <a:solidFill>
                <a:schemeClr val="lt1"/>
              </a:solidFill>
              <a:highlight>
                <a:schemeClr val="dk1"/>
              </a:highlight>
            </a:endParaRPr>
          </a:p>
          <a:p>
            <a:pPr indent="-317500" lvl="0" marL="457200" rtl="0" algn="l">
              <a:lnSpc>
                <a:spcPct val="115000"/>
              </a:lnSpc>
              <a:spcBef>
                <a:spcPts val="0"/>
              </a:spcBef>
              <a:spcAft>
                <a:spcPts val="0"/>
              </a:spcAft>
              <a:buClr>
                <a:schemeClr val="lt1"/>
              </a:buClr>
              <a:buSzPts val="1400"/>
              <a:buChar char="●"/>
            </a:pPr>
            <a:r>
              <a:rPr lang="en">
                <a:solidFill>
                  <a:schemeClr val="lt1"/>
                </a:solidFill>
                <a:highlight>
                  <a:schemeClr val="dk1"/>
                </a:highlight>
              </a:rPr>
              <a:t>Remove manual tunin</a:t>
            </a:r>
            <a:r>
              <a:rPr lang="en">
                <a:solidFill>
                  <a:schemeClr val="lt1"/>
                </a:solidFill>
                <a:highlight>
                  <a:schemeClr val="dk1"/>
                </a:highlight>
              </a:rPr>
              <a:t>g</a:t>
            </a:r>
            <a:endParaRPr sz="1800">
              <a:solidFill>
                <a:schemeClr val="lt1"/>
              </a:solidFill>
              <a:highlight>
                <a:schemeClr val="dk1"/>
              </a:highlight>
              <a:latin typeface="Urbanist"/>
              <a:ea typeface="Urbanist"/>
              <a:cs typeface="Urbanist"/>
              <a:sym typeface="Urbanis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5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i="1" lang="en" sz="7500">
                <a:solidFill>
                  <a:srgbClr val="FFFFFF"/>
                </a:solidFill>
              </a:rPr>
              <a:t>Thank  you !</a:t>
            </a:r>
            <a:endParaRPr b="1" i="1" sz="7500">
              <a:solidFill>
                <a:srgbClr val="FFFFF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